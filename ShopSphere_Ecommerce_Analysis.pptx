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1F9AB5-4965-4630-B0D0-5EDB12E82AA0}" v="34" dt="2026-10-20T08:40:47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wan Rovex" userId="c2a28c8c6a1c5112" providerId="Windows Live" clId="Web-{9F1F9AB5-4965-4630-B0D0-5EDB12E82AA0}"/>
    <pc:docChg chg="modSld">
      <pc:chgData name="Rowan Rovex" userId="c2a28c8c6a1c5112" providerId="Windows Live" clId="Web-{9F1F9AB5-4965-4630-B0D0-5EDB12E82AA0}" dt="2026-10-20T08:40:47.196" v="33" actId="20577"/>
      <pc:docMkLst>
        <pc:docMk/>
      </pc:docMkLst>
      <pc:sldChg chg="modSp">
        <pc:chgData name="Rowan Rovex" userId="c2a28c8c6a1c5112" providerId="Windows Live" clId="Web-{9F1F9AB5-4965-4630-B0D0-5EDB12E82AA0}" dt="2026-10-20T08:36:14.914" v="3"/>
        <pc:sldMkLst>
          <pc:docMk/>
          <pc:sldMk cId="109857222" sldId="256"/>
        </pc:sldMkLst>
        <pc:spChg chg="mod">
          <ac:chgData name="Rowan Rovex" userId="c2a28c8c6a1c5112" providerId="Windows Live" clId="Web-{9F1F9AB5-4965-4630-B0D0-5EDB12E82AA0}" dt="2026-10-20T08:36:14.914" v="3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owan Rovex" userId="c2a28c8c6a1c5112" providerId="Windows Live" clId="Web-{9F1F9AB5-4965-4630-B0D0-5EDB12E82AA0}" dt="2026-10-20T08:36:14.914" v="2"/>
          <ac:spMkLst>
            <pc:docMk/>
            <pc:sldMk cId="109857222" sldId="256"/>
            <ac:spMk id="3" creationId="{00000000-0000-0000-0000-000000000000}"/>
          </ac:spMkLst>
        </pc:spChg>
      </pc:sldChg>
      <pc:sldChg chg="mod modShow">
        <pc:chgData name="Rowan Rovex" userId="c2a28c8c6a1c5112" providerId="Windows Live" clId="Web-{9F1F9AB5-4965-4630-B0D0-5EDB12E82AA0}" dt="2026-10-20T08:40:06.743" v="27"/>
        <pc:sldMkLst>
          <pc:docMk/>
          <pc:sldMk cId="1487770228" sldId="257"/>
        </pc:sldMkLst>
      </pc:sldChg>
      <pc:sldChg chg="modSp">
        <pc:chgData name="Rowan Rovex" userId="c2a28c8c6a1c5112" providerId="Windows Live" clId="Web-{9F1F9AB5-4965-4630-B0D0-5EDB12E82AA0}" dt="2026-10-20T08:40:09.774" v="28" actId="20577"/>
        <pc:sldMkLst>
          <pc:docMk/>
          <pc:sldMk cId="3569524888" sldId="258"/>
        </pc:sldMkLst>
        <pc:spChg chg="mod">
          <ac:chgData name="Rowan Rovex" userId="c2a28c8c6a1c5112" providerId="Windows Live" clId="Web-{9F1F9AB5-4965-4630-B0D0-5EDB12E82AA0}" dt="2026-10-20T08:40:09.774" v="28" actId="20577"/>
          <ac:spMkLst>
            <pc:docMk/>
            <pc:sldMk cId="3569524888" sldId="258"/>
            <ac:spMk id="2" creationId="{681F941E-46FA-9A3A-16A7-85A56A7B7ABF}"/>
          </ac:spMkLst>
        </pc:spChg>
      </pc:sldChg>
      <pc:sldChg chg="modSp">
        <pc:chgData name="Rowan Rovex" userId="c2a28c8c6a1c5112" providerId="Windows Live" clId="Web-{9F1F9AB5-4965-4630-B0D0-5EDB12E82AA0}" dt="2026-10-20T08:40:14.305" v="29" actId="20577"/>
        <pc:sldMkLst>
          <pc:docMk/>
          <pc:sldMk cId="1391746386" sldId="259"/>
        </pc:sldMkLst>
        <pc:spChg chg="mod">
          <ac:chgData name="Rowan Rovex" userId="c2a28c8c6a1c5112" providerId="Windows Live" clId="Web-{9F1F9AB5-4965-4630-B0D0-5EDB12E82AA0}" dt="2026-10-20T08:40:14.305" v="29" actId="20577"/>
          <ac:spMkLst>
            <pc:docMk/>
            <pc:sldMk cId="1391746386" sldId="259"/>
            <ac:spMk id="2" creationId="{EF06E33A-57E3-AE45-05F2-958E2CF3796C}"/>
          </ac:spMkLst>
        </pc:spChg>
      </pc:sldChg>
      <pc:sldChg chg="modSp">
        <pc:chgData name="Rowan Rovex" userId="c2a28c8c6a1c5112" providerId="Windows Live" clId="Web-{9F1F9AB5-4965-4630-B0D0-5EDB12E82AA0}" dt="2026-10-20T08:39:39.461" v="24" actId="20577"/>
        <pc:sldMkLst>
          <pc:docMk/>
          <pc:sldMk cId="319146219" sldId="260"/>
        </pc:sldMkLst>
        <pc:spChg chg="mod">
          <ac:chgData name="Rowan Rovex" userId="c2a28c8c6a1c5112" providerId="Windows Live" clId="Web-{9F1F9AB5-4965-4630-B0D0-5EDB12E82AA0}" dt="2026-10-20T08:39:39.461" v="24" actId="20577"/>
          <ac:spMkLst>
            <pc:docMk/>
            <pc:sldMk cId="319146219" sldId="260"/>
            <ac:spMk id="2" creationId="{4A4B4457-D0A1-95E8-3F0C-F3BE3D1408BE}"/>
          </ac:spMkLst>
        </pc:spChg>
      </pc:sldChg>
      <pc:sldChg chg="modSp">
        <pc:chgData name="Rowan Rovex" userId="c2a28c8c6a1c5112" providerId="Windows Live" clId="Web-{9F1F9AB5-4965-4630-B0D0-5EDB12E82AA0}" dt="2026-10-20T08:36:47.852" v="4" actId="20577"/>
        <pc:sldMkLst>
          <pc:docMk/>
          <pc:sldMk cId="721600871" sldId="261"/>
        </pc:sldMkLst>
        <pc:spChg chg="mod">
          <ac:chgData name="Rowan Rovex" userId="c2a28c8c6a1c5112" providerId="Windows Live" clId="Web-{9F1F9AB5-4965-4630-B0D0-5EDB12E82AA0}" dt="2026-10-20T08:36:47.852" v="4" actId="20577"/>
          <ac:spMkLst>
            <pc:docMk/>
            <pc:sldMk cId="721600871" sldId="261"/>
            <ac:spMk id="2" creationId="{B8D3A5A1-9906-036F-19A9-EE7AD84838BD}"/>
          </ac:spMkLst>
        </pc:spChg>
      </pc:sldChg>
      <pc:sldChg chg="modSp">
        <pc:chgData name="Rowan Rovex" userId="c2a28c8c6a1c5112" providerId="Windows Live" clId="Web-{9F1F9AB5-4965-4630-B0D0-5EDB12E82AA0}" dt="2026-10-20T08:40:29.008" v="30" actId="20577"/>
        <pc:sldMkLst>
          <pc:docMk/>
          <pc:sldMk cId="1067901187" sldId="262"/>
        </pc:sldMkLst>
        <pc:spChg chg="mod">
          <ac:chgData name="Rowan Rovex" userId="c2a28c8c6a1c5112" providerId="Windows Live" clId="Web-{9F1F9AB5-4965-4630-B0D0-5EDB12E82AA0}" dt="2026-10-20T08:40:29.008" v="30" actId="20577"/>
          <ac:spMkLst>
            <pc:docMk/>
            <pc:sldMk cId="1067901187" sldId="262"/>
            <ac:spMk id="2" creationId="{99B771DC-BF24-5595-61F2-85A4FDC7CCC6}"/>
          </ac:spMkLst>
        </pc:spChg>
      </pc:sldChg>
      <pc:sldChg chg="modSp">
        <pc:chgData name="Rowan Rovex" userId="c2a28c8c6a1c5112" providerId="Windows Live" clId="Web-{9F1F9AB5-4965-4630-B0D0-5EDB12E82AA0}" dt="2026-10-20T08:40:33.321" v="31" actId="20577"/>
        <pc:sldMkLst>
          <pc:docMk/>
          <pc:sldMk cId="2272942497" sldId="263"/>
        </pc:sldMkLst>
        <pc:spChg chg="mod">
          <ac:chgData name="Rowan Rovex" userId="c2a28c8c6a1c5112" providerId="Windows Live" clId="Web-{9F1F9AB5-4965-4630-B0D0-5EDB12E82AA0}" dt="2026-10-20T08:40:33.321" v="31" actId="20577"/>
          <ac:spMkLst>
            <pc:docMk/>
            <pc:sldMk cId="2272942497" sldId="263"/>
            <ac:spMk id="2" creationId="{A78FB114-DEE9-0283-EBBF-F7131ED2EDB5}"/>
          </ac:spMkLst>
        </pc:spChg>
        <pc:spChg chg="mod">
          <ac:chgData name="Rowan Rovex" userId="c2a28c8c6a1c5112" providerId="Windows Live" clId="Web-{9F1F9AB5-4965-4630-B0D0-5EDB12E82AA0}" dt="2026-10-20T08:38:20.961" v="15" actId="20577"/>
          <ac:spMkLst>
            <pc:docMk/>
            <pc:sldMk cId="2272942497" sldId="263"/>
            <ac:spMk id="3" creationId="{2A8D653A-D982-48AC-45DB-B58E8371BBFC}"/>
          </ac:spMkLst>
        </pc:spChg>
      </pc:sldChg>
      <pc:sldChg chg="modSp">
        <pc:chgData name="Rowan Rovex" userId="c2a28c8c6a1c5112" providerId="Windows Live" clId="Web-{9F1F9AB5-4965-4630-B0D0-5EDB12E82AA0}" dt="2026-10-20T08:40:47.196" v="33" actId="20577"/>
        <pc:sldMkLst>
          <pc:docMk/>
          <pc:sldMk cId="2148840070" sldId="264"/>
        </pc:sldMkLst>
        <pc:spChg chg="mod">
          <ac:chgData name="Rowan Rovex" userId="c2a28c8c6a1c5112" providerId="Windows Live" clId="Web-{9F1F9AB5-4965-4630-B0D0-5EDB12E82AA0}" dt="2026-10-20T08:40:47.196" v="33" actId="20577"/>
          <ac:spMkLst>
            <pc:docMk/>
            <pc:sldMk cId="2148840070" sldId="264"/>
            <ac:spMk id="2" creationId="{7B8D37AE-326B-8FC7-2657-8270E86080E9}"/>
          </ac:spMkLst>
        </pc:spChg>
        <pc:spChg chg="mod">
          <ac:chgData name="Rowan Rovex" userId="c2a28c8c6a1c5112" providerId="Windows Live" clId="Web-{9F1F9AB5-4965-4630-B0D0-5EDB12E82AA0}" dt="2026-10-20T08:37:26.102" v="6" actId="20577"/>
          <ac:spMkLst>
            <pc:docMk/>
            <pc:sldMk cId="2148840070" sldId="264"/>
            <ac:spMk id="3" creationId="{BE96B2F0-2E5F-658E-B6C4-E8376693D842}"/>
          </ac:spMkLst>
        </pc:spChg>
      </pc:sldChg>
      <pc:sldChg chg="modSp">
        <pc:chgData name="Rowan Rovex" userId="c2a28c8c6a1c5112" providerId="Windows Live" clId="Web-{9F1F9AB5-4965-4630-B0D0-5EDB12E82AA0}" dt="2026-10-20T08:38:34.899" v="18" actId="20577"/>
        <pc:sldMkLst>
          <pc:docMk/>
          <pc:sldMk cId="2147341103" sldId="265"/>
        </pc:sldMkLst>
        <pc:spChg chg="mod">
          <ac:chgData name="Rowan Rovex" userId="c2a28c8c6a1c5112" providerId="Windows Live" clId="Web-{9F1F9AB5-4965-4630-B0D0-5EDB12E82AA0}" dt="2026-10-20T08:38:34.899" v="18" actId="20577"/>
          <ac:spMkLst>
            <pc:docMk/>
            <pc:sldMk cId="2147341103" sldId="265"/>
            <ac:spMk id="2" creationId="{3752E467-33DE-89EE-BF0A-8B9E9ABA611C}"/>
          </ac:spMkLst>
        </pc:spChg>
      </pc:sldChg>
    </pc:docChg>
  </pc:docChgLst>
  <pc:docChgLst>
    <pc:chgData name="Rowan Rovex" userId="c2a28c8c6a1c5112" providerId="Windows Live" clId="Web-{8F203AD9-9815-4A21-80A7-50384245C636}"/>
    <pc:docChg chg="addSld delSld modSld">
      <pc:chgData name="Rowan Rovex" userId="c2a28c8c6a1c5112" providerId="Windows Live" clId="Web-{8F203AD9-9815-4A21-80A7-50384245C636}" dt="2026-10-05T18:36:38.614" v="338"/>
      <pc:docMkLst>
        <pc:docMk/>
      </pc:docMkLst>
      <pc:sldChg chg="modSp">
        <pc:chgData name="Rowan Rovex" userId="c2a28c8c6a1c5112" providerId="Windows Live" clId="Web-{8F203AD9-9815-4A21-80A7-50384245C636}" dt="2026-10-05T18:11:39.299" v="56" actId="20577"/>
        <pc:sldMkLst>
          <pc:docMk/>
          <pc:sldMk cId="109857222" sldId="256"/>
        </pc:sldMkLst>
        <pc:spChg chg="mod">
          <ac:chgData name="Rowan Rovex" userId="c2a28c8c6a1c5112" providerId="Windows Live" clId="Web-{8F203AD9-9815-4A21-80A7-50384245C636}" dt="2026-10-05T18:11:24.768" v="5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owan Rovex" userId="c2a28c8c6a1c5112" providerId="Windows Live" clId="Web-{8F203AD9-9815-4A21-80A7-50384245C636}" dt="2026-10-05T18:11:39.299" v="5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Rowan Rovex" userId="c2a28c8c6a1c5112" providerId="Windows Live" clId="Web-{8F203AD9-9815-4A21-80A7-50384245C636}" dt="2026-10-05T18:11:49.143" v="57" actId="20577"/>
        <pc:sldMkLst>
          <pc:docMk/>
          <pc:sldMk cId="1487770228" sldId="257"/>
        </pc:sldMkLst>
        <pc:spChg chg="mod">
          <ac:chgData name="Rowan Rovex" userId="c2a28c8c6a1c5112" providerId="Windows Live" clId="Web-{8F203AD9-9815-4A21-80A7-50384245C636}" dt="2026-10-05T18:11:49.143" v="57" actId="20577"/>
          <ac:spMkLst>
            <pc:docMk/>
            <pc:sldMk cId="1487770228" sldId="257"/>
            <ac:spMk id="2" creationId="{836DE8CD-075A-3802-17D3-9E11BD6E6DC0}"/>
          </ac:spMkLst>
        </pc:spChg>
        <pc:spChg chg="mod">
          <ac:chgData name="Rowan Rovex" userId="c2a28c8c6a1c5112" providerId="Windows Live" clId="Web-{8F203AD9-9815-4A21-80A7-50384245C636}" dt="2026-10-05T18:07:19.753" v="10" actId="20577"/>
          <ac:spMkLst>
            <pc:docMk/>
            <pc:sldMk cId="1487770228" sldId="257"/>
            <ac:spMk id="3" creationId="{7DE980DA-E352-26AD-3B9A-9FE807DC2A2E}"/>
          </ac:spMkLst>
        </pc:spChg>
      </pc:sldChg>
      <pc:sldChg chg="addSp delSp modSp new mod setBg">
        <pc:chgData name="Rowan Rovex" userId="c2a28c8c6a1c5112" providerId="Windows Live" clId="Web-{8F203AD9-9815-4A21-80A7-50384245C636}" dt="2026-10-05T18:20:35.689" v="218"/>
        <pc:sldMkLst>
          <pc:docMk/>
          <pc:sldMk cId="3569524888" sldId="258"/>
        </pc:sldMkLst>
        <pc:spChg chg="mod">
          <ac:chgData name="Rowan Rovex" userId="c2a28c8c6a1c5112" providerId="Windows Live" clId="Web-{8F203AD9-9815-4A21-80A7-50384245C636}" dt="2026-10-05T18:20:35.689" v="218"/>
          <ac:spMkLst>
            <pc:docMk/>
            <pc:sldMk cId="3569524888" sldId="258"/>
            <ac:spMk id="2" creationId="{681F941E-46FA-9A3A-16A7-85A56A7B7ABF}"/>
          </ac:spMkLst>
        </pc:spChg>
        <pc:spChg chg="add">
          <ac:chgData name="Rowan Rovex" userId="c2a28c8c6a1c5112" providerId="Windows Live" clId="Web-{8F203AD9-9815-4A21-80A7-50384245C636}" dt="2026-10-05T18:20:35.689" v="218"/>
          <ac:spMkLst>
            <pc:docMk/>
            <pc:sldMk cId="3569524888" sldId="258"/>
            <ac:spMk id="31" creationId="{6AD30037-67ED-4367-9BE0-45787510BF13}"/>
          </ac:spMkLst>
        </pc:spChg>
        <pc:spChg chg="add">
          <ac:chgData name="Rowan Rovex" userId="c2a28c8c6a1c5112" providerId="Windows Live" clId="Web-{8F203AD9-9815-4A21-80A7-50384245C636}" dt="2026-10-05T18:20:35.689" v="218"/>
          <ac:spMkLst>
            <pc:docMk/>
            <pc:sldMk cId="3569524888" sldId="258"/>
            <ac:spMk id="36" creationId="{87BB3E0C-CD58-F20D-B1A9-FF614020CB45}"/>
          </ac:spMkLst>
        </pc:spChg>
        <pc:grpChg chg="add">
          <ac:chgData name="Rowan Rovex" userId="c2a28c8c6a1c5112" providerId="Windows Live" clId="Web-{8F203AD9-9815-4A21-80A7-50384245C636}" dt="2026-10-05T18:20:35.689" v="218"/>
          <ac:grpSpMkLst>
            <pc:docMk/>
            <pc:sldMk cId="3569524888" sldId="258"/>
            <ac:grpSpMk id="33" creationId="{50841A4E-5BC1-44B4-83CF-D524E8AEAD64}"/>
          </ac:grpSpMkLst>
        </pc:grpChg>
        <pc:picChg chg="add">
          <ac:chgData name="Rowan Rovex" userId="c2a28c8c6a1c5112" providerId="Windows Live" clId="Web-{8F203AD9-9815-4A21-80A7-50384245C636}" dt="2026-10-05T18:20:35.689" v="218"/>
          <ac:picMkLst>
            <pc:docMk/>
            <pc:sldMk cId="3569524888" sldId="258"/>
            <ac:picMk id="32" creationId="{1A43BE5A-81CA-7F65-F0B9-0D269FC51FED}"/>
          </ac:picMkLst>
        </pc:picChg>
      </pc:sldChg>
      <pc:sldChg chg="addSp modSp new mod setBg">
        <pc:chgData name="Rowan Rovex" userId="c2a28c8c6a1c5112" providerId="Windows Live" clId="Web-{8F203AD9-9815-4A21-80A7-50384245C636}" dt="2026-10-05T18:20:06.252" v="211"/>
        <pc:sldMkLst>
          <pc:docMk/>
          <pc:sldMk cId="1391746386" sldId="259"/>
        </pc:sldMkLst>
        <pc:spChg chg="mod">
          <ac:chgData name="Rowan Rovex" userId="c2a28c8c6a1c5112" providerId="Windows Live" clId="Web-{8F203AD9-9815-4A21-80A7-50384245C636}" dt="2026-10-05T18:20:06.252" v="211"/>
          <ac:spMkLst>
            <pc:docMk/>
            <pc:sldMk cId="1391746386" sldId="259"/>
            <ac:spMk id="2" creationId="{EF06E33A-57E3-AE45-05F2-958E2CF3796C}"/>
          </ac:spMkLst>
        </pc:spChg>
        <pc:spChg chg="mod">
          <ac:chgData name="Rowan Rovex" userId="c2a28c8c6a1c5112" providerId="Windows Live" clId="Web-{8F203AD9-9815-4A21-80A7-50384245C636}" dt="2026-10-05T18:20:06.252" v="211"/>
          <ac:spMkLst>
            <pc:docMk/>
            <pc:sldMk cId="1391746386" sldId="259"/>
            <ac:spMk id="3" creationId="{7032787F-50D3-FD51-4E78-D58F700E3282}"/>
          </ac:spMkLst>
        </pc:spChg>
        <pc:spChg chg="add">
          <ac:chgData name="Rowan Rovex" userId="c2a28c8c6a1c5112" providerId="Windows Live" clId="Web-{8F203AD9-9815-4A21-80A7-50384245C636}" dt="2026-10-05T18:20:06.252" v="211"/>
          <ac:spMkLst>
            <pc:docMk/>
            <pc:sldMk cId="1391746386" sldId="259"/>
            <ac:spMk id="9" creationId="{85428F22-76B3-4107-AADE-3F9EC95FD325}"/>
          </ac:spMkLst>
        </pc:spChg>
        <pc:grpChg chg="add">
          <ac:chgData name="Rowan Rovex" userId="c2a28c8c6a1c5112" providerId="Windows Live" clId="Web-{8F203AD9-9815-4A21-80A7-50384245C636}" dt="2026-10-05T18:20:06.252" v="211"/>
          <ac:grpSpMkLst>
            <pc:docMk/>
            <pc:sldMk cId="1391746386" sldId="259"/>
            <ac:grpSpMk id="11" creationId="{5346FBCF-5353-4172-96F5-4B7EB07777C4}"/>
          </ac:grpSpMkLst>
        </pc:grpChg>
        <pc:grpChg chg="add">
          <ac:chgData name="Rowan Rovex" userId="c2a28c8c6a1c5112" providerId="Windows Live" clId="Web-{8F203AD9-9815-4A21-80A7-50384245C636}" dt="2026-10-05T18:20:06.252" v="211"/>
          <ac:grpSpMkLst>
            <pc:docMk/>
            <pc:sldMk cId="1391746386" sldId="259"/>
            <ac:grpSpMk id="15" creationId="{78326E10-C8CB-487F-A110-F861268DE619}"/>
          </ac:grpSpMkLst>
        </pc:grpChg>
        <pc:picChg chg="add">
          <ac:chgData name="Rowan Rovex" userId="c2a28c8c6a1c5112" providerId="Windows Live" clId="Web-{8F203AD9-9815-4A21-80A7-50384245C636}" dt="2026-10-05T18:20:06.252" v="211"/>
          <ac:picMkLst>
            <pc:docMk/>
            <pc:sldMk cId="1391746386" sldId="259"/>
            <ac:picMk id="5" creationId="{D5CC282C-175E-EA62-535D-24BDF5B09A14}"/>
          </ac:picMkLst>
        </pc:picChg>
      </pc:sldChg>
      <pc:sldChg chg="addSp delSp modSp new mod setBg">
        <pc:chgData name="Rowan Rovex" userId="c2a28c8c6a1c5112" providerId="Windows Live" clId="Web-{8F203AD9-9815-4A21-80A7-50384245C636}" dt="2026-10-05T18:19:46.580" v="210"/>
        <pc:sldMkLst>
          <pc:docMk/>
          <pc:sldMk cId="319146219" sldId="260"/>
        </pc:sldMkLst>
        <pc:spChg chg="mod">
          <ac:chgData name="Rowan Rovex" userId="c2a28c8c6a1c5112" providerId="Windows Live" clId="Web-{8F203AD9-9815-4A21-80A7-50384245C636}" dt="2026-10-05T18:19:46.580" v="210"/>
          <ac:spMkLst>
            <pc:docMk/>
            <pc:sldMk cId="319146219" sldId="260"/>
            <ac:spMk id="2" creationId="{4A4B4457-D0A1-95E8-3F0C-F3BE3D1408BE}"/>
          </ac:spMkLst>
        </pc:spChg>
        <pc:spChg chg="add">
          <ac:chgData name="Rowan Rovex" userId="c2a28c8c6a1c5112" providerId="Windows Live" clId="Web-{8F203AD9-9815-4A21-80A7-50384245C636}" dt="2026-10-05T18:19:46.580" v="210"/>
          <ac:spMkLst>
            <pc:docMk/>
            <pc:sldMk cId="319146219" sldId="260"/>
            <ac:spMk id="11" creationId="{94C52C56-BEF2-4E22-8C8E-A7AC96B03A72}"/>
          </ac:spMkLst>
        </pc:spChg>
        <pc:spChg chg="add">
          <ac:chgData name="Rowan Rovex" userId="c2a28c8c6a1c5112" providerId="Windows Live" clId="Web-{8F203AD9-9815-4A21-80A7-50384245C636}" dt="2026-10-05T18:19:46.580" v="210"/>
          <ac:spMkLst>
            <pc:docMk/>
            <pc:sldMk cId="319146219" sldId="260"/>
            <ac:spMk id="13" creationId="{42285737-90EE-47DC-AC80-8AE156B11969}"/>
          </ac:spMkLst>
        </pc:spChg>
        <pc:grpChg chg="add">
          <ac:chgData name="Rowan Rovex" userId="c2a28c8c6a1c5112" providerId="Windows Live" clId="Web-{8F203AD9-9815-4A21-80A7-50384245C636}" dt="2026-10-05T18:19:46.580" v="210"/>
          <ac:grpSpMkLst>
            <pc:docMk/>
            <pc:sldMk cId="319146219" sldId="260"/>
            <ac:grpSpMk id="18" creationId="{B57BDC17-F1B3-455F-BBF1-680AA1F25C06}"/>
          </ac:grpSpMkLst>
        </pc:grpChg>
        <pc:graphicFrameChg chg="add mod ord modGraphic">
          <ac:chgData name="Rowan Rovex" userId="c2a28c8c6a1c5112" providerId="Windows Live" clId="Web-{8F203AD9-9815-4A21-80A7-50384245C636}" dt="2026-10-05T18:19:46.580" v="210"/>
          <ac:graphicFrameMkLst>
            <pc:docMk/>
            <pc:sldMk cId="319146219" sldId="260"/>
            <ac:graphicFrameMk id="9" creationId="{F2AF2D50-57B3-9D4C-7C3D-7AB20A58121B}"/>
          </ac:graphicFrameMkLst>
        </pc:graphicFrameChg>
      </pc:sldChg>
      <pc:sldChg chg="addSp delSp modSp new">
        <pc:chgData name="Rowan Rovex" userId="c2a28c8c6a1c5112" providerId="Windows Live" clId="Web-{8F203AD9-9815-4A21-80A7-50384245C636}" dt="2026-10-05T18:30:47.033" v="255" actId="14100"/>
        <pc:sldMkLst>
          <pc:docMk/>
          <pc:sldMk cId="721600871" sldId="261"/>
        </pc:sldMkLst>
        <pc:spChg chg="mod">
          <ac:chgData name="Rowan Rovex" userId="c2a28c8c6a1c5112" providerId="Windows Live" clId="Web-{8F203AD9-9815-4A21-80A7-50384245C636}" dt="2026-10-05T18:29:09.501" v="237" actId="14100"/>
          <ac:spMkLst>
            <pc:docMk/>
            <pc:sldMk cId="721600871" sldId="261"/>
            <ac:spMk id="2" creationId="{B8D3A5A1-9906-036F-19A9-EE7AD84838BD}"/>
          </ac:spMkLst>
        </pc:spChg>
        <pc:picChg chg="add mod ord">
          <ac:chgData name="Rowan Rovex" userId="c2a28c8c6a1c5112" providerId="Windows Live" clId="Web-{8F203AD9-9815-4A21-80A7-50384245C636}" dt="2026-10-05T18:30:47.033" v="255" actId="14100"/>
          <ac:picMkLst>
            <pc:docMk/>
            <pc:sldMk cId="721600871" sldId="261"/>
            <ac:picMk id="7" creationId="{7AC9046D-289E-A471-01C5-EB4DF9A2FCFB}"/>
          </ac:picMkLst>
        </pc:picChg>
        <pc:picChg chg="add mod">
          <ac:chgData name="Rowan Rovex" userId="c2a28c8c6a1c5112" providerId="Windows Live" clId="Web-{8F203AD9-9815-4A21-80A7-50384245C636}" dt="2026-10-05T18:30:43.142" v="254" actId="1076"/>
          <ac:picMkLst>
            <pc:docMk/>
            <pc:sldMk cId="721600871" sldId="261"/>
            <ac:picMk id="8" creationId="{CAAE3BFA-5997-8C32-DD3B-7C46E8311E7A}"/>
          </ac:picMkLst>
        </pc:picChg>
        <pc:picChg chg="add mod">
          <ac:chgData name="Rowan Rovex" userId="c2a28c8c6a1c5112" providerId="Windows Live" clId="Web-{8F203AD9-9815-4A21-80A7-50384245C636}" dt="2026-10-05T18:30:39.970" v="253" actId="1076"/>
          <ac:picMkLst>
            <pc:docMk/>
            <pc:sldMk cId="721600871" sldId="261"/>
            <ac:picMk id="9" creationId="{9E947C9A-6E3A-B967-A54F-6DE7070C41CE}"/>
          </ac:picMkLst>
        </pc:picChg>
      </pc:sldChg>
      <pc:sldChg chg="modSp new">
        <pc:chgData name="Rowan Rovex" userId="c2a28c8c6a1c5112" providerId="Windows Live" clId="Web-{8F203AD9-9815-4A21-80A7-50384245C636}" dt="2026-10-05T18:32:49.079" v="275" actId="20577"/>
        <pc:sldMkLst>
          <pc:docMk/>
          <pc:sldMk cId="1067901187" sldId="262"/>
        </pc:sldMkLst>
        <pc:spChg chg="mod">
          <ac:chgData name="Rowan Rovex" userId="c2a28c8c6a1c5112" providerId="Windows Live" clId="Web-{8F203AD9-9815-4A21-80A7-50384245C636}" dt="2026-10-05T18:32:31.470" v="273" actId="20577"/>
          <ac:spMkLst>
            <pc:docMk/>
            <pc:sldMk cId="1067901187" sldId="262"/>
            <ac:spMk id="2" creationId="{99B771DC-BF24-5595-61F2-85A4FDC7CCC6}"/>
          </ac:spMkLst>
        </pc:spChg>
        <pc:spChg chg="mod">
          <ac:chgData name="Rowan Rovex" userId="c2a28c8c6a1c5112" providerId="Windows Live" clId="Web-{8F203AD9-9815-4A21-80A7-50384245C636}" dt="2026-10-05T18:32:49.079" v="275" actId="20577"/>
          <ac:spMkLst>
            <pc:docMk/>
            <pc:sldMk cId="1067901187" sldId="262"/>
            <ac:spMk id="3" creationId="{321FC171-E835-FD31-E595-B18CB4ED4D40}"/>
          </ac:spMkLst>
        </pc:spChg>
      </pc:sldChg>
      <pc:sldChg chg="modSp new">
        <pc:chgData name="Rowan Rovex" userId="c2a28c8c6a1c5112" providerId="Windows Live" clId="Web-{8F203AD9-9815-4A21-80A7-50384245C636}" dt="2026-10-05T18:34:48.938" v="310" actId="20577"/>
        <pc:sldMkLst>
          <pc:docMk/>
          <pc:sldMk cId="2272942497" sldId="263"/>
        </pc:sldMkLst>
        <pc:spChg chg="mod">
          <ac:chgData name="Rowan Rovex" userId="c2a28c8c6a1c5112" providerId="Windows Live" clId="Web-{8F203AD9-9815-4A21-80A7-50384245C636}" dt="2026-10-05T18:34:32.235" v="308" actId="20577"/>
          <ac:spMkLst>
            <pc:docMk/>
            <pc:sldMk cId="2272942497" sldId="263"/>
            <ac:spMk id="2" creationId="{A78FB114-DEE9-0283-EBBF-F7131ED2EDB5}"/>
          </ac:spMkLst>
        </pc:spChg>
        <pc:spChg chg="mod">
          <ac:chgData name="Rowan Rovex" userId="c2a28c8c6a1c5112" providerId="Windows Live" clId="Web-{8F203AD9-9815-4A21-80A7-50384245C636}" dt="2026-10-05T18:34:48.938" v="310" actId="20577"/>
          <ac:spMkLst>
            <pc:docMk/>
            <pc:sldMk cId="2272942497" sldId="263"/>
            <ac:spMk id="3" creationId="{2A8D653A-D982-48AC-45DB-B58E8371BBFC}"/>
          </ac:spMkLst>
        </pc:spChg>
      </pc:sldChg>
      <pc:sldChg chg="modSp new">
        <pc:chgData name="Rowan Rovex" userId="c2a28c8c6a1c5112" providerId="Windows Live" clId="Web-{8F203AD9-9815-4A21-80A7-50384245C636}" dt="2026-10-05T18:35:51.692" v="327" actId="20577"/>
        <pc:sldMkLst>
          <pc:docMk/>
          <pc:sldMk cId="2148840070" sldId="264"/>
        </pc:sldMkLst>
        <pc:spChg chg="mod">
          <ac:chgData name="Rowan Rovex" userId="c2a28c8c6a1c5112" providerId="Windows Live" clId="Web-{8F203AD9-9815-4A21-80A7-50384245C636}" dt="2026-10-05T18:35:51.692" v="327" actId="20577"/>
          <ac:spMkLst>
            <pc:docMk/>
            <pc:sldMk cId="2148840070" sldId="264"/>
            <ac:spMk id="2" creationId="{7B8D37AE-326B-8FC7-2657-8270E86080E9}"/>
          </ac:spMkLst>
        </pc:spChg>
        <pc:spChg chg="mod">
          <ac:chgData name="Rowan Rovex" userId="c2a28c8c6a1c5112" providerId="Windows Live" clId="Web-{8F203AD9-9815-4A21-80A7-50384245C636}" dt="2026-10-05T18:35:39.349" v="326" actId="20577"/>
          <ac:spMkLst>
            <pc:docMk/>
            <pc:sldMk cId="2148840070" sldId="264"/>
            <ac:spMk id="3" creationId="{BE96B2F0-2E5F-658E-B6C4-E8376693D842}"/>
          </ac:spMkLst>
        </pc:spChg>
      </pc:sldChg>
      <pc:sldChg chg="addSp modSp new mod setBg setClrOvrMap">
        <pc:chgData name="Rowan Rovex" userId="c2a28c8c6a1c5112" providerId="Windows Live" clId="Web-{8F203AD9-9815-4A21-80A7-50384245C636}" dt="2026-10-05T18:36:38.614" v="338"/>
        <pc:sldMkLst>
          <pc:docMk/>
          <pc:sldMk cId="2147341103" sldId="265"/>
        </pc:sldMkLst>
        <pc:spChg chg="mod">
          <ac:chgData name="Rowan Rovex" userId="c2a28c8c6a1c5112" providerId="Windows Live" clId="Web-{8F203AD9-9815-4A21-80A7-50384245C636}" dt="2026-10-05T18:36:38.614" v="338"/>
          <ac:spMkLst>
            <pc:docMk/>
            <pc:sldMk cId="2147341103" sldId="265"/>
            <ac:spMk id="2" creationId="{3752E467-33DE-89EE-BF0A-8B9E9ABA611C}"/>
          </ac:spMkLst>
        </pc:spChg>
        <pc:spChg chg="mod">
          <ac:chgData name="Rowan Rovex" userId="c2a28c8c6a1c5112" providerId="Windows Live" clId="Web-{8F203AD9-9815-4A21-80A7-50384245C636}" dt="2026-10-05T18:36:38.614" v="338"/>
          <ac:spMkLst>
            <pc:docMk/>
            <pc:sldMk cId="2147341103" sldId="265"/>
            <ac:spMk id="3" creationId="{B89A6C81-C9D2-4620-4D9C-42B6A80993AF}"/>
          </ac:spMkLst>
        </pc:spChg>
        <pc:spChg chg="add">
          <ac:chgData name="Rowan Rovex" userId="c2a28c8c6a1c5112" providerId="Windows Live" clId="Web-{8F203AD9-9815-4A21-80A7-50384245C636}" dt="2026-10-05T18:36:38.614" v="338"/>
          <ac:spMkLst>
            <pc:docMk/>
            <pc:sldMk cId="2147341103" sldId="265"/>
            <ac:spMk id="8" creationId="{E5A92FE9-DB05-4D0D-AF5A-BE8664B9FFB4}"/>
          </ac:spMkLst>
        </pc:spChg>
        <pc:grpChg chg="add">
          <ac:chgData name="Rowan Rovex" userId="c2a28c8c6a1c5112" providerId="Windows Live" clId="Web-{8F203AD9-9815-4A21-80A7-50384245C636}" dt="2026-10-05T18:36:38.614" v="338"/>
          <ac:grpSpMkLst>
            <pc:docMk/>
            <pc:sldMk cId="2147341103" sldId="265"/>
            <ac:grpSpMk id="10" creationId="{53D9B26A-5143-49A7-BA98-D871D5BD719A}"/>
          </ac:grpSpMkLst>
        </pc:grpChg>
      </pc:sldChg>
    </pc:docChg>
  </pc:docChgLst>
  <pc:docChgLst>
    <pc:chgData name="Rowan Rovex" userId="c2a28c8c6a1c5112" providerId="Windows Live" clId="Web-{37C783D5-AE3F-4577-A9EE-A069FEC1B310}"/>
    <pc:docChg chg="mod addSld modSld addMainMaster delMainMaster">
      <pc:chgData name="Rowan Rovex" userId="c2a28c8c6a1c5112" providerId="Windows Live" clId="Web-{37C783D5-AE3F-4577-A9EE-A069FEC1B310}" dt="2026-10-05T18:03:55.138" v="49" actId="20577"/>
      <pc:docMkLst>
        <pc:docMk/>
      </pc:docMkLst>
      <pc:sldChg chg="modSp mod modClrScheme chgLayout">
        <pc:chgData name="Rowan Rovex" userId="c2a28c8c6a1c5112" providerId="Windows Live" clId="Web-{37C783D5-AE3F-4577-A9EE-A069FEC1B310}" dt="2026-10-05T18:03:23.777" v="34" actId="20577"/>
        <pc:sldMkLst>
          <pc:docMk/>
          <pc:sldMk cId="109857222" sldId="256"/>
        </pc:sldMkLst>
        <pc:spChg chg="mod ord">
          <ac:chgData name="Rowan Rovex" userId="c2a28c8c6a1c5112" providerId="Windows Live" clId="Web-{37C783D5-AE3F-4577-A9EE-A069FEC1B310}" dt="2026-10-05T18:03:12.668" v="28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Rowan Rovex" userId="c2a28c8c6a1c5112" providerId="Windows Live" clId="Web-{37C783D5-AE3F-4577-A9EE-A069FEC1B310}" dt="2026-10-05T18:03:23.777" v="3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">
        <pc:chgData name="Rowan Rovex" userId="c2a28c8c6a1c5112" providerId="Windows Live" clId="Web-{37C783D5-AE3F-4577-A9EE-A069FEC1B310}" dt="2026-10-05T18:03:55.138" v="49" actId="20577"/>
        <pc:sldMkLst>
          <pc:docMk/>
          <pc:sldMk cId="1487770228" sldId="257"/>
        </pc:sldMkLst>
        <pc:spChg chg="mod ord">
          <ac:chgData name="Rowan Rovex" userId="c2a28c8c6a1c5112" providerId="Windows Live" clId="Web-{37C783D5-AE3F-4577-A9EE-A069FEC1B310}" dt="2026-10-05T18:03:51.857" v="48" actId="20577"/>
          <ac:spMkLst>
            <pc:docMk/>
            <pc:sldMk cId="1487770228" sldId="257"/>
            <ac:spMk id="2" creationId="{836DE8CD-075A-3802-17D3-9E11BD6E6DC0}"/>
          </ac:spMkLst>
        </pc:spChg>
        <pc:spChg chg="mod ord">
          <ac:chgData name="Rowan Rovex" userId="c2a28c8c6a1c5112" providerId="Windows Live" clId="Web-{37C783D5-AE3F-4577-A9EE-A069FEC1B310}" dt="2026-10-05T18:03:55.138" v="49" actId="20577"/>
          <ac:spMkLst>
            <pc:docMk/>
            <pc:sldMk cId="1487770228" sldId="257"/>
            <ac:spMk id="3" creationId="{7DE980DA-E352-26AD-3B9A-9FE807DC2A2E}"/>
          </ac:spMkLst>
        </pc:spChg>
      </pc:sldChg>
      <pc:sldMasterChg chg="add addSldLayout modSldLayout">
        <pc:chgData name="Rowan Rovex" userId="c2a28c8c6a1c5112" providerId="Windows Live" clId="Web-{37C783D5-AE3F-4577-A9EE-A069FEC1B310}" dt="2026-10-05T18:02:04.915" v="19"/>
        <pc:sldMasterMkLst>
          <pc:docMk/>
          <pc:sldMasterMk cId="411676235" sldId="2147483672"/>
        </pc:sldMasterMkLst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360137268" sldId="2147483673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3625551065" sldId="2147483674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259562461" sldId="2147483675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3760287387" sldId="2147483676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2683637142" sldId="2147483677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2608988941" sldId="2147483678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551428605" sldId="2147483679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855491956" sldId="2147483680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3493289699" sldId="2147483681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1032792730" sldId="2147483682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2520364523" sldId="2147483683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240199325" sldId="2147483684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85404294" sldId="2147483685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1471721125" sldId="2147483686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1394850132" sldId="2147483687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306200314" sldId="2147483688"/>
          </pc:sldLayoutMkLst>
        </pc:sldLayoutChg>
        <pc:sldLayoutChg chg="add mod replId">
          <pc:chgData name="Rowan Rovex" userId="c2a28c8c6a1c5112" providerId="Windows Live" clId="Web-{37C783D5-AE3F-4577-A9EE-A069FEC1B310}" dt="2026-10-05T18:02:04.915" v="19"/>
          <pc:sldLayoutMkLst>
            <pc:docMk/>
            <pc:sldMasterMk cId="411676235" sldId="2147483672"/>
            <pc:sldLayoutMk cId="2164891021" sldId="214748368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3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287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637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8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42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491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28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792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364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99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04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721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850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00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9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76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latin typeface="Angsana New"/>
                <a:ea typeface="+mj-lt"/>
                <a:cs typeface="Angsana New"/>
              </a:rPr>
              <a:t>ShopSphere E-commerce Analysis</a:t>
            </a:r>
            <a:endParaRPr lang="en-US" sz="6600" b="1">
              <a:latin typeface="Angsana New"/>
              <a:cs typeface="Angsana New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latin typeface="Angsana New"/>
                <a:cs typeface="Angsana New"/>
              </a:rPr>
              <a:t>By Abhijeet Singh Parihar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E8CD-075A-3802-17D3-9E11BD6E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Angsana New"/>
                <a:cs typeface="Angsana New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980DA-E352-26AD-3B9A-9FE807DC2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highlight>
                  <a:srgbClr val="FFE5E5"/>
                </a:highlight>
                <a:latin typeface="Aptos"/>
              </a:rPr>
              <a:t>ShopSphere</a:t>
            </a:r>
            <a:r>
              <a:rPr lang="en-US" sz="2000" dirty="0">
                <a:latin typeface="Aptos"/>
              </a:rPr>
              <a:t> is a fictional e-commerce and retail company that sells a variety of products to customers across different regions. The company has sales data covering customers, products, orders, sales, discounts and profit.</a:t>
            </a:r>
          </a:p>
          <a:p>
            <a:pPr marL="0" indent="0">
              <a:buNone/>
            </a:pPr>
            <a:endParaRPr lang="en-US" sz="2000" dirty="0">
              <a:latin typeface="Aptos"/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The business needs a clearer view of its sales and profit performance to identify problem areas and opportunities for improvement.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770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Calculator, pen, compass, money and a paper with graphs printed on it">
            <a:extLst>
              <a:ext uri="{FF2B5EF4-FFF2-40B4-BE49-F238E27FC236}">
                <a16:creationId xmlns:a16="http://schemas.microsoft.com/office/drawing/2014/main" id="{1A43BE5A-81CA-7F65-F0B9-0D269FC51F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20" r="27051" b="8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81F941E-46FA-9A3A-16A7-85A56A7B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b="1">
                <a:latin typeface="Angsana New"/>
                <a:cs typeface="Angsana New"/>
              </a:rPr>
              <a:t>Scope &amp; Objective</a:t>
            </a:r>
            <a:endParaRPr lang="en-US">
              <a:latin typeface="Angsana New"/>
              <a:cs typeface="Angsana New"/>
            </a:endParaRP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7BB3E0C-CD58-F20D-B1A9-FF614020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>
                <a:ea typeface="+mn-lt"/>
                <a:cs typeface="+mn-lt"/>
              </a:rPr>
              <a:t>Understand overall sales and profitability performance.</a:t>
            </a:r>
            <a:endParaRPr lang="en-US" sz="16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1600">
                <a:ea typeface="+mn-lt"/>
                <a:cs typeface="+mn-lt"/>
              </a:rPr>
              <a:t>Identify important patterns across products, categories, customers and regions.</a:t>
            </a:r>
            <a:endParaRPr lang="en-US" sz="16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1600">
                <a:ea typeface="+mn-lt"/>
                <a:cs typeface="+mn-lt"/>
              </a:rPr>
              <a:t>Find areas for improvement and provide practical recommendations.</a:t>
            </a:r>
            <a:endParaRPr lang="en-US" sz="16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1600">
                <a:ea typeface="+mn-lt"/>
                <a:cs typeface="+mn-lt"/>
              </a:rPr>
              <a:t>Sales and profit analysis</a:t>
            </a:r>
            <a:endParaRPr lang="en-US" sz="16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1600">
                <a:ea typeface="+mn-lt"/>
                <a:cs typeface="+mn-lt"/>
              </a:rPr>
              <a:t>Customer and product performance</a:t>
            </a:r>
            <a:endParaRPr lang="en-US" sz="16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1600">
                <a:ea typeface="+mn-lt"/>
                <a:cs typeface="+mn-lt"/>
              </a:rPr>
              <a:t>Category and regional performance</a:t>
            </a:r>
            <a:endParaRPr lang="en-US" sz="16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1600">
                <a:ea typeface="+mn-lt"/>
                <a:cs typeface="+mn-lt"/>
              </a:rPr>
              <a:t>Discount and shipping analysis</a:t>
            </a:r>
            <a:endParaRPr lang="en-US" sz="1600"/>
          </a:p>
          <a:p>
            <a:pPr>
              <a:lnSpc>
                <a:spcPct val="90000"/>
              </a:lnSpc>
              <a:buClr>
                <a:srgbClr val="1287C3"/>
              </a:buClr>
            </a:pPr>
            <a:endParaRPr lang="en-US" sz="1600"/>
          </a:p>
          <a:p>
            <a:pPr>
              <a:lnSpc>
                <a:spcPct val="90000"/>
              </a:lnSpc>
              <a:buClr>
                <a:srgbClr val="1287C3"/>
              </a:buClr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69524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06E33A-57E3-AE45-05F2-958E2CF3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685800"/>
            <a:ext cx="7345891" cy="1413933"/>
          </a:xfrm>
        </p:spPr>
        <p:txBody>
          <a:bodyPr>
            <a:normAutofit/>
          </a:bodyPr>
          <a:lstStyle/>
          <a:p>
            <a:r>
              <a:rPr lang="en-US" b="1">
                <a:latin typeface="Angsana New"/>
                <a:cs typeface="Angsana New"/>
              </a:rPr>
              <a:t>Data &amp; Tools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D5CC282C-175E-EA62-535D-24BDF5B09A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82" r="35495" b="4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787F-50D3-FD51-4E78-D58F700E3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7" y="2048933"/>
            <a:ext cx="7659156" cy="374226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Dataset: Historical e-commerce sales data</a:t>
            </a:r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2000">
                <a:ea typeface="+mn-lt"/>
                <a:cs typeface="+mn-lt"/>
              </a:rPr>
              <a:t>Orders, customers, products, sales, quantity, discount, profit, shipping and regional information</a:t>
            </a:r>
            <a:endParaRPr lang="en-US" sz="20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2000">
                <a:ea typeface="+mn-lt"/>
                <a:cs typeface="+mn-lt"/>
              </a:rPr>
              <a:t>Excel- Data Cleaning  and </a:t>
            </a:r>
            <a:r>
              <a:rPr lang="en-US" sz="2000" err="1">
                <a:ea typeface="+mn-lt"/>
                <a:cs typeface="+mn-lt"/>
              </a:rPr>
              <a:t>Prepartion</a:t>
            </a:r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2000">
                <a:ea typeface="+mn-lt"/>
                <a:cs typeface="+mn-lt"/>
              </a:rPr>
              <a:t>MySQL:  SQL analysis</a:t>
            </a:r>
            <a:endParaRPr lang="en-US" sz="20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2000">
                <a:ea typeface="+mn-lt"/>
                <a:cs typeface="+mn-lt"/>
              </a:rPr>
              <a:t>Tableau: Dashboards and data visualization</a:t>
            </a:r>
            <a:endParaRPr lang="en-US" sz="20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2000">
                <a:ea typeface="+mn-lt"/>
                <a:cs typeface="+mn-lt"/>
              </a:rPr>
              <a:t>Microsoft Word: Project documentation</a:t>
            </a:r>
            <a:endParaRPr lang="en-US" sz="20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2000">
                <a:ea typeface="+mn-lt"/>
                <a:cs typeface="+mn-lt"/>
              </a:rPr>
              <a:t>Microsoft PowerPoint : Project presentation</a:t>
            </a:r>
            <a:endParaRPr lang="en-US" sz="20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2000">
                <a:ea typeface="+mn-lt"/>
                <a:cs typeface="+mn-lt"/>
              </a:rPr>
              <a:t>GitHub: Project portfolio and file storage</a:t>
            </a:r>
            <a:endParaRPr lang="en-US" sz="2000"/>
          </a:p>
          <a:p>
            <a:pPr>
              <a:lnSpc>
                <a:spcPct val="90000"/>
              </a:lnSpc>
              <a:buClr>
                <a:srgbClr val="1287C3"/>
              </a:buClr>
            </a:pPr>
            <a:endParaRPr lang="en-US" sz="2000"/>
          </a:p>
          <a:p>
            <a:pPr>
              <a:lnSpc>
                <a:spcPct val="90000"/>
              </a:lnSpc>
              <a:buClr>
                <a:srgbClr val="1287C3"/>
              </a:buCl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9174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B4457-D0A1-95E8-3F0C-F3BE3D140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Angsana New"/>
                <a:cs typeface="Angsana New"/>
              </a:rPr>
              <a:t>KEY Performance Indicator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2AF2D50-57B3-9D4C-7C3D-7AB20A5812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17647" y="685800"/>
          <a:ext cx="5677881" cy="5105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53808">
                  <a:extLst>
                    <a:ext uri="{9D8B030D-6E8A-4147-A177-3AD203B41FA5}">
                      <a16:colId xmlns:a16="http://schemas.microsoft.com/office/drawing/2014/main" val="1687759740"/>
                    </a:ext>
                  </a:extLst>
                </a:gridCol>
                <a:gridCol w="2324073">
                  <a:extLst>
                    <a:ext uri="{9D8B030D-6E8A-4147-A177-3AD203B41FA5}">
                      <a16:colId xmlns:a16="http://schemas.microsoft.com/office/drawing/2014/main" val="2082010188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Total Sales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2,297,201.07 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509928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Total Orders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9,994 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44887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Total Distinct Orders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5,009 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878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Total Customers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793 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77074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Total Units Sold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37,873 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360115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Total Profit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286,397.79 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848767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Profit Margin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12.47%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48502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Average Order Value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buNone/>
                      </a:pPr>
                      <a:r>
                        <a:rPr lang="en-US" sz="25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458.61 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864" marR="136864" marT="93849" marB="9384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841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46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3A5A1-9906-036F-19A9-EE7AD8483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104"/>
            <a:ext cx="10018713" cy="1067904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ngsana New"/>
                <a:cs typeface="Angsana New"/>
              </a:rPr>
              <a:t>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C9046D-289E-A471-01C5-EB4DF9A2F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097" y="1044801"/>
            <a:ext cx="5615132" cy="2770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AE3BFA-5997-8C32-DD3B-7C46E8311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348" y="1039928"/>
            <a:ext cx="5322958" cy="2757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947C9A-6E3A-B967-A54F-6DE7070C4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261" y="3866982"/>
            <a:ext cx="5610088" cy="274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0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71DC-BF24-5595-61F2-85A4FDC7C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Angsana New"/>
                <a:cs typeface="Angsana New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C171-E835-FD31-E595-B18CB4ED4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Furniture has the weakest profitability — profit margin of 2.49%.</a:t>
            </a:r>
            <a:endParaRPr lang="en-US" sz="2000"/>
          </a:p>
          <a:p>
            <a:pPr>
              <a:buClr>
                <a:srgbClr val="1287C3"/>
              </a:buClr>
            </a:pPr>
            <a:r>
              <a:rPr lang="en-US" sz="2000" dirty="0">
                <a:ea typeface="+mn-lt"/>
                <a:cs typeface="+mn-lt"/>
              </a:rPr>
              <a:t>Central region has the lowest profit margin — 7.92%.</a:t>
            </a:r>
            <a:endParaRPr lang="en-US" sz="2000"/>
          </a:p>
          <a:p>
            <a:pPr>
              <a:buClr>
                <a:srgbClr val="1287C3"/>
              </a:buClr>
            </a:pPr>
            <a:r>
              <a:rPr lang="en-US" sz="2000" dirty="0">
                <a:ea typeface="+mn-lt"/>
                <a:cs typeface="+mn-lt"/>
              </a:rPr>
              <a:t>Standard Class has the longest average shipping time — about 5 days.</a:t>
            </a:r>
            <a:endParaRPr lang="en-US" sz="2000"/>
          </a:p>
          <a:p>
            <a:pPr>
              <a:buClr>
                <a:srgbClr val="1287C3"/>
              </a:buClr>
            </a:pPr>
            <a:r>
              <a:rPr lang="en-US" sz="2000" dirty="0">
                <a:ea typeface="+mn-lt"/>
                <a:cs typeface="+mn-lt"/>
              </a:rPr>
              <a:t>Some products generate significant losses, including the </a:t>
            </a:r>
            <a:r>
              <a:rPr lang="en-US" sz="2000" dirty="0" err="1">
                <a:ea typeface="+mn-lt"/>
                <a:cs typeface="+mn-lt"/>
              </a:rPr>
              <a:t>Cubify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CubeX</a:t>
            </a:r>
            <a:r>
              <a:rPr lang="en-US" sz="2000" dirty="0">
                <a:ea typeface="+mn-lt"/>
                <a:cs typeface="+mn-lt"/>
              </a:rPr>
              <a:t> 3D Printer.</a:t>
            </a:r>
            <a:endParaRPr lang="en-US" sz="2000"/>
          </a:p>
          <a:p>
            <a:pPr>
              <a:buClr>
                <a:srgbClr val="1287C3"/>
              </a:buClr>
            </a:pPr>
            <a:r>
              <a:rPr lang="en-US" sz="2000" dirty="0">
                <a:ea typeface="+mn-lt"/>
                <a:cs typeface="+mn-lt"/>
              </a:rPr>
              <a:t>Tables, Bookcases and Supplies have negative profit margins.</a:t>
            </a:r>
            <a:endParaRPr lang="en-US" sz="2000"/>
          </a:p>
          <a:p>
            <a:pPr>
              <a:buClr>
                <a:srgbClr val="1287C3"/>
              </a:buClr>
            </a:pPr>
            <a:r>
              <a:rPr lang="en-US" sz="2000" dirty="0">
                <a:ea typeface="+mn-lt"/>
                <a:cs typeface="+mn-lt"/>
              </a:rPr>
              <a:t>Higher discounts are linked with lower profitability, with several high-discount levels producing losses.</a:t>
            </a:r>
            <a:endParaRPr lang="en-US" sz="2000"/>
          </a:p>
          <a:p>
            <a:pPr>
              <a:buClr>
                <a:srgbClr val="1287C3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901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FB114-DEE9-0283-EBBF-F7131ED2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Angsana New"/>
                <a:cs typeface="Angsana New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D653A-D982-48AC-45DB-B58E8371B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orbel"/>
                <a:ea typeface="+mn-lt"/>
                <a:cs typeface="Times New Roman"/>
              </a:rPr>
              <a:t>Review pricing and discounts for low-margin categories, especially Furniture.</a:t>
            </a:r>
            <a:endParaRPr lang="en-US" dirty="0">
              <a:latin typeface="Corbel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n-US" dirty="0">
                <a:latin typeface="Corbel"/>
                <a:ea typeface="+mn-lt"/>
                <a:cs typeface="Times New Roman"/>
              </a:rPr>
              <a:t>Investigate the reasons for weak profitability in the Central region.</a:t>
            </a:r>
            <a:endParaRPr lang="en-US" dirty="0">
              <a:latin typeface="Corbel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n-US" dirty="0">
                <a:latin typeface="Corbel"/>
                <a:ea typeface="+mn-lt"/>
                <a:cs typeface="Times New Roman"/>
              </a:rPr>
              <a:t>Review consistently loss-making products and sub-categories.</a:t>
            </a:r>
            <a:endParaRPr lang="en-US" dirty="0">
              <a:latin typeface="Corbel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n-US" dirty="0">
                <a:latin typeface="Corbel"/>
                <a:ea typeface="+mn-lt"/>
                <a:cs typeface="Times New Roman"/>
              </a:rPr>
              <a:t>Improve control over high discount levels.</a:t>
            </a:r>
            <a:endParaRPr lang="en-US" dirty="0">
              <a:latin typeface="Corbel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en-US" dirty="0">
                <a:latin typeface="Corbel"/>
                <a:ea typeface="+mn-lt"/>
                <a:cs typeface="Times New Roman"/>
              </a:rPr>
              <a:t>Look for ways to improve Standard Class delivery efficiency.</a:t>
            </a:r>
            <a:endParaRPr lang="en-US" dirty="0">
              <a:latin typeface="Corbel"/>
              <a:cs typeface="Times New Roman"/>
            </a:endParaRPr>
          </a:p>
          <a:p>
            <a:pPr>
              <a:buClr>
                <a:srgbClr val="1287C3"/>
              </a:buClr>
            </a:pPr>
            <a:endParaRPr lang="en-US" dirty="0">
              <a:latin typeface="Corbel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2942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37AE-326B-8FC7-2657-8270E8608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ngsana New"/>
                <a:cs typeface="Angsana New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B2F0-2E5F-658E-B6C4-E8376693D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/>
                <a:ea typeface="+mn-lt"/>
                <a:cs typeface="Times New Roman"/>
              </a:rPr>
              <a:t>The analysis showed that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ShopSphere</a:t>
            </a:r>
            <a:r>
              <a:rPr lang="en-US" dirty="0">
                <a:latin typeface="Times New Roman"/>
                <a:ea typeface="+mn-lt"/>
                <a:cs typeface="Times New Roman"/>
              </a:rPr>
              <a:t> has strong overall sales, but profitability varies across products, categories, regions and discount levels. The findings highlight several areas where the business can focus on improving profitability and performance.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8840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52E467-33DE-89EE-BF0A-8B9E9ABA6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>
            <a:normAutofit/>
          </a:bodyPr>
          <a:lstStyle/>
          <a:p>
            <a:pPr algn="l"/>
            <a:r>
              <a:rPr lang="en-US" sz="6200">
                <a:latin typeface="Corbel"/>
                <a:cs typeface="Times New Roman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A6C81-C9D2-4620-4D9C-42B6A8099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863348"/>
          </a:xfrm>
        </p:spPr>
        <p:txBody>
          <a:bodyPr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41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Parallax</vt:lpstr>
      <vt:lpstr>ShopSphere E-commerce Analysis</vt:lpstr>
      <vt:lpstr>Business Problem</vt:lpstr>
      <vt:lpstr>Scope &amp; Objective</vt:lpstr>
      <vt:lpstr>Data &amp; Tools</vt:lpstr>
      <vt:lpstr>KEY Performance Indicator</vt:lpstr>
      <vt:lpstr>Dashboard</vt:lpstr>
      <vt:lpstr>KEY Findings</vt:lpstr>
      <vt:lpstr>Recommendations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176</cp:revision>
  <dcterms:created xsi:type="dcterms:W3CDTF">2026-10-05T17:54:30Z</dcterms:created>
  <dcterms:modified xsi:type="dcterms:W3CDTF">2026-10-20T08:40:49Z</dcterms:modified>
</cp:coreProperties>
</file>