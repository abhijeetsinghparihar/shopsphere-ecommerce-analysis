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C783D5-AE3F-4577-A9EE-A069FEC1B310}" v="53" dt="2026-10-05T18:03:55.138"/>
    <p1510:client id="{8F203AD9-9815-4A21-80A7-50384245C636}" v="339" dt="2026-10-05T18:36:38.3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wan Rovex" userId="c2a28c8c6a1c5112" providerId="Windows Live" clId="Web-{8F203AD9-9815-4A21-80A7-50384245C636}"/>
    <pc:docChg chg="addSld delSld modSld">
      <pc:chgData name="Rowan Rovex" userId="c2a28c8c6a1c5112" providerId="Windows Live" clId="Web-{8F203AD9-9815-4A21-80A7-50384245C636}" dt="2026-10-05T18:36:38.614" v="338"/>
      <pc:docMkLst>
        <pc:docMk/>
      </pc:docMkLst>
      <pc:sldChg chg="modSp">
        <pc:chgData name="Rowan Rovex" userId="c2a28c8c6a1c5112" providerId="Windows Live" clId="Web-{8F203AD9-9815-4A21-80A7-50384245C636}" dt="2026-10-05T18:11:39.299" v="56" actId="20577"/>
        <pc:sldMkLst>
          <pc:docMk/>
          <pc:sldMk cId="109857222" sldId="256"/>
        </pc:sldMkLst>
        <pc:spChg chg="mod">
          <ac:chgData name="Rowan Rovex" userId="c2a28c8c6a1c5112" providerId="Windows Live" clId="Web-{8F203AD9-9815-4A21-80A7-50384245C636}" dt="2026-10-05T18:11:24.768" v="52" actId="20577"/>
          <ac:spMkLst>
            <pc:docMk/>
            <pc:sldMk cId="109857222" sldId="256"/>
            <ac:spMk id="2" creationId="{00000000-0000-0000-0000-000000000000}"/>
          </ac:spMkLst>
        </pc:spChg>
        <pc:spChg chg="mod">
          <ac:chgData name="Rowan Rovex" userId="c2a28c8c6a1c5112" providerId="Windows Live" clId="Web-{8F203AD9-9815-4A21-80A7-50384245C636}" dt="2026-10-05T18:11:39.299" v="56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">
        <pc:chgData name="Rowan Rovex" userId="c2a28c8c6a1c5112" providerId="Windows Live" clId="Web-{8F203AD9-9815-4A21-80A7-50384245C636}" dt="2026-10-05T18:11:49.143" v="57" actId="20577"/>
        <pc:sldMkLst>
          <pc:docMk/>
          <pc:sldMk cId="1487770228" sldId="257"/>
        </pc:sldMkLst>
        <pc:spChg chg="mod">
          <ac:chgData name="Rowan Rovex" userId="c2a28c8c6a1c5112" providerId="Windows Live" clId="Web-{8F203AD9-9815-4A21-80A7-50384245C636}" dt="2026-10-05T18:11:49.143" v="57" actId="20577"/>
          <ac:spMkLst>
            <pc:docMk/>
            <pc:sldMk cId="1487770228" sldId="257"/>
            <ac:spMk id="2" creationId="{836DE8CD-075A-3802-17D3-9E11BD6E6DC0}"/>
          </ac:spMkLst>
        </pc:spChg>
        <pc:spChg chg="mod">
          <ac:chgData name="Rowan Rovex" userId="c2a28c8c6a1c5112" providerId="Windows Live" clId="Web-{8F203AD9-9815-4A21-80A7-50384245C636}" dt="2026-10-05T18:07:19.753" v="10" actId="20577"/>
          <ac:spMkLst>
            <pc:docMk/>
            <pc:sldMk cId="1487770228" sldId="257"/>
            <ac:spMk id="3" creationId="{7DE980DA-E352-26AD-3B9A-9FE807DC2A2E}"/>
          </ac:spMkLst>
        </pc:spChg>
      </pc:sldChg>
      <pc:sldChg chg="addSp delSp modSp new mod setBg">
        <pc:chgData name="Rowan Rovex" userId="c2a28c8c6a1c5112" providerId="Windows Live" clId="Web-{8F203AD9-9815-4A21-80A7-50384245C636}" dt="2026-10-05T18:20:35.689" v="218"/>
        <pc:sldMkLst>
          <pc:docMk/>
          <pc:sldMk cId="3569524888" sldId="258"/>
        </pc:sldMkLst>
        <pc:spChg chg="mod">
          <ac:chgData name="Rowan Rovex" userId="c2a28c8c6a1c5112" providerId="Windows Live" clId="Web-{8F203AD9-9815-4A21-80A7-50384245C636}" dt="2026-10-05T18:20:35.689" v="218"/>
          <ac:spMkLst>
            <pc:docMk/>
            <pc:sldMk cId="3569524888" sldId="258"/>
            <ac:spMk id="2" creationId="{681F941E-46FA-9A3A-16A7-85A56A7B7ABF}"/>
          </ac:spMkLst>
        </pc:spChg>
        <pc:spChg chg="add del mod">
          <ac:chgData name="Rowan Rovex" userId="c2a28c8c6a1c5112" providerId="Windows Live" clId="Web-{8F203AD9-9815-4A21-80A7-50384245C636}" dt="2026-10-05T18:20:35.689" v="218"/>
          <ac:spMkLst>
            <pc:docMk/>
            <pc:sldMk cId="3569524888" sldId="258"/>
            <ac:spMk id="3" creationId="{87BB3E0C-CD58-F20D-B1A9-FF614020CB45}"/>
          </ac:spMkLst>
        </pc:spChg>
        <pc:spChg chg="add del">
          <ac:chgData name="Rowan Rovex" userId="c2a28c8c6a1c5112" providerId="Windows Live" clId="Web-{8F203AD9-9815-4A21-80A7-50384245C636}" dt="2026-10-05T18:20:22.752" v="213"/>
          <ac:spMkLst>
            <pc:docMk/>
            <pc:sldMk cId="3569524888" sldId="258"/>
            <ac:spMk id="9" creationId="{6AD30037-67ED-4367-9BE0-45787510BF13}"/>
          </ac:spMkLst>
        </pc:spChg>
        <pc:spChg chg="add del">
          <ac:chgData name="Rowan Rovex" userId="c2a28c8c6a1c5112" providerId="Windows Live" clId="Web-{8F203AD9-9815-4A21-80A7-50384245C636}" dt="2026-10-05T18:20:26.236" v="215"/>
          <ac:spMkLst>
            <pc:docMk/>
            <pc:sldMk cId="3569524888" sldId="258"/>
            <ac:spMk id="22" creationId="{85428F22-76B3-4107-AADE-3F9EC95FD325}"/>
          </ac:spMkLst>
        </pc:spChg>
        <pc:spChg chg="add del">
          <ac:chgData name="Rowan Rovex" userId="c2a28c8c6a1c5112" providerId="Windows Live" clId="Web-{8F203AD9-9815-4A21-80A7-50384245C636}" dt="2026-10-05T18:20:35.658" v="217"/>
          <ac:spMkLst>
            <pc:docMk/>
            <pc:sldMk cId="3569524888" sldId="258"/>
            <ac:spMk id="26" creationId="{94C52C56-BEF2-4E22-8C8E-A7AC96B03A72}"/>
          </ac:spMkLst>
        </pc:spChg>
        <pc:spChg chg="add del">
          <ac:chgData name="Rowan Rovex" userId="c2a28c8c6a1c5112" providerId="Windows Live" clId="Web-{8F203AD9-9815-4A21-80A7-50384245C636}" dt="2026-10-05T18:20:35.658" v="217"/>
          <ac:spMkLst>
            <pc:docMk/>
            <pc:sldMk cId="3569524888" sldId="258"/>
            <ac:spMk id="27" creationId="{42285737-90EE-47DC-AC80-8AE156B11969}"/>
          </ac:spMkLst>
        </pc:spChg>
        <pc:spChg chg="add">
          <ac:chgData name="Rowan Rovex" userId="c2a28c8c6a1c5112" providerId="Windows Live" clId="Web-{8F203AD9-9815-4A21-80A7-50384245C636}" dt="2026-10-05T18:20:35.689" v="218"/>
          <ac:spMkLst>
            <pc:docMk/>
            <pc:sldMk cId="3569524888" sldId="258"/>
            <ac:spMk id="31" creationId="{6AD30037-67ED-4367-9BE0-45787510BF13}"/>
          </ac:spMkLst>
        </pc:spChg>
        <pc:spChg chg="add">
          <ac:chgData name="Rowan Rovex" userId="c2a28c8c6a1c5112" providerId="Windows Live" clId="Web-{8F203AD9-9815-4A21-80A7-50384245C636}" dt="2026-10-05T18:20:35.689" v="218"/>
          <ac:spMkLst>
            <pc:docMk/>
            <pc:sldMk cId="3569524888" sldId="258"/>
            <ac:spMk id="36" creationId="{87BB3E0C-CD58-F20D-B1A9-FF614020CB45}"/>
          </ac:spMkLst>
        </pc:spChg>
        <pc:grpChg chg="add del">
          <ac:chgData name="Rowan Rovex" userId="c2a28c8c6a1c5112" providerId="Windows Live" clId="Web-{8F203AD9-9815-4A21-80A7-50384245C636}" dt="2026-10-05T18:20:22.752" v="213"/>
          <ac:grpSpMkLst>
            <pc:docMk/>
            <pc:sldMk cId="3569524888" sldId="258"/>
            <ac:grpSpMk id="11" creationId="{50841A4E-5BC1-44B4-83CF-D524E8AEAD64}"/>
          </ac:grpSpMkLst>
        </pc:grpChg>
        <pc:grpChg chg="add del">
          <ac:chgData name="Rowan Rovex" userId="c2a28c8c6a1c5112" providerId="Windows Live" clId="Web-{8F203AD9-9815-4A21-80A7-50384245C636}" dt="2026-10-05T18:20:35.658" v="217"/>
          <ac:grpSpMkLst>
            <pc:docMk/>
            <pc:sldMk cId="3569524888" sldId="258"/>
            <ac:grpSpMk id="13" creationId="{B57BDC17-F1B3-455F-BBF1-680AA1F25C06}"/>
          </ac:grpSpMkLst>
        </pc:grpChg>
        <pc:grpChg chg="add del">
          <ac:chgData name="Rowan Rovex" userId="c2a28c8c6a1c5112" providerId="Windows Live" clId="Web-{8F203AD9-9815-4A21-80A7-50384245C636}" dt="2026-10-05T18:20:26.236" v="215"/>
          <ac:grpSpMkLst>
            <pc:docMk/>
            <pc:sldMk cId="3569524888" sldId="258"/>
            <ac:grpSpMk id="15" creationId="{78326E10-C8CB-487F-A110-F861268DE619}"/>
          </ac:grpSpMkLst>
        </pc:grpChg>
        <pc:grpChg chg="add del">
          <ac:chgData name="Rowan Rovex" userId="c2a28c8c6a1c5112" providerId="Windows Live" clId="Web-{8F203AD9-9815-4A21-80A7-50384245C636}" dt="2026-10-05T18:20:26.236" v="215"/>
          <ac:grpSpMkLst>
            <pc:docMk/>
            <pc:sldMk cId="3569524888" sldId="258"/>
            <ac:grpSpMk id="23" creationId="{5346FBCF-5353-4172-96F5-4B7EB07777C4}"/>
          </ac:grpSpMkLst>
        </pc:grpChg>
        <pc:grpChg chg="add">
          <ac:chgData name="Rowan Rovex" userId="c2a28c8c6a1c5112" providerId="Windows Live" clId="Web-{8F203AD9-9815-4A21-80A7-50384245C636}" dt="2026-10-05T18:20:35.689" v="218"/>
          <ac:grpSpMkLst>
            <pc:docMk/>
            <pc:sldMk cId="3569524888" sldId="258"/>
            <ac:grpSpMk id="33" creationId="{50841A4E-5BC1-44B4-83CF-D524E8AEAD64}"/>
          </ac:grpSpMkLst>
        </pc:grpChg>
        <pc:graphicFrameChg chg="add del">
          <ac:chgData name="Rowan Rovex" userId="c2a28c8c6a1c5112" providerId="Windows Live" clId="Web-{8F203AD9-9815-4A21-80A7-50384245C636}" dt="2026-10-05T18:20:35.658" v="217"/>
          <ac:graphicFrameMkLst>
            <pc:docMk/>
            <pc:sldMk cId="3569524888" sldId="258"/>
            <ac:graphicFrameMk id="29" creationId="{D1DE9D49-0500-03EF-7EDA-1B9D00B2C5B6}"/>
          </ac:graphicFrameMkLst>
        </pc:graphicFrameChg>
        <pc:picChg chg="add del">
          <ac:chgData name="Rowan Rovex" userId="c2a28c8c6a1c5112" providerId="Windows Live" clId="Web-{8F203AD9-9815-4A21-80A7-50384245C636}" dt="2026-10-05T18:20:22.752" v="213"/>
          <ac:picMkLst>
            <pc:docMk/>
            <pc:sldMk cId="3569524888" sldId="258"/>
            <ac:picMk id="5" creationId="{1A43BE5A-81CA-7F65-F0B9-0D269FC51FED}"/>
          </ac:picMkLst>
        </pc:picChg>
        <pc:picChg chg="add del">
          <ac:chgData name="Rowan Rovex" userId="c2a28c8c6a1c5112" providerId="Windows Live" clId="Web-{8F203AD9-9815-4A21-80A7-50384245C636}" dt="2026-10-05T18:20:26.236" v="215"/>
          <ac:picMkLst>
            <pc:docMk/>
            <pc:sldMk cId="3569524888" sldId="258"/>
            <ac:picMk id="24" creationId="{9249345D-B76C-133B-D455-341B00010C28}"/>
          </ac:picMkLst>
        </pc:picChg>
        <pc:picChg chg="add">
          <ac:chgData name="Rowan Rovex" userId="c2a28c8c6a1c5112" providerId="Windows Live" clId="Web-{8F203AD9-9815-4A21-80A7-50384245C636}" dt="2026-10-05T18:20:35.689" v="218"/>
          <ac:picMkLst>
            <pc:docMk/>
            <pc:sldMk cId="3569524888" sldId="258"/>
            <ac:picMk id="32" creationId="{1A43BE5A-81CA-7F65-F0B9-0D269FC51FED}"/>
          </ac:picMkLst>
        </pc:picChg>
      </pc:sldChg>
      <pc:sldChg chg="addSp modSp new mod setBg">
        <pc:chgData name="Rowan Rovex" userId="c2a28c8c6a1c5112" providerId="Windows Live" clId="Web-{8F203AD9-9815-4A21-80A7-50384245C636}" dt="2026-10-05T18:20:06.252" v="211"/>
        <pc:sldMkLst>
          <pc:docMk/>
          <pc:sldMk cId="1391746386" sldId="259"/>
        </pc:sldMkLst>
        <pc:spChg chg="mod">
          <ac:chgData name="Rowan Rovex" userId="c2a28c8c6a1c5112" providerId="Windows Live" clId="Web-{8F203AD9-9815-4A21-80A7-50384245C636}" dt="2026-10-05T18:20:06.252" v="211"/>
          <ac:spMkLst>
            <pc:docMk/>
            <pc:sldMk cId="1391746386" sldId="259"/>
            <ac:spMk id="2" creationId="{EF06E33A-57E3-AE45-05F2-958E2CF3796C}"/>
          </ac:spMkLst>
        </pc:spChg>
        <pc:spChg chg="mod">
          <ac:chgData name="Rowan Rovex" userId="c2a28c8c6a1c5112" providerId="Windows Live" clId="Web-{8F203AD9-9815-4A21-80A7-50384245C636}" dt="2026-10-05T18:20:06.252" v="211"/>
          <ac:spMkLst>
            <pc:docMk/>
            <pc:sldMk cId="1391746386" sldId="259"/>
            <ac:spMk id="3" creationId="{7032787F-50D3-FD51-4E78-D58F700E3282}"/>
          </ac:spMkLst>
        </pc:spChg>
        <pc:spChg chg="add">
          <ac:chgData name="Rowan Rovex" userId="c2a28c8c6a1c5112" providerId="Windows Live" clId="Web-{8F203AD9-9815-4A21-80A7-50384245C636}" dt="2026-10-05T18:20:06.252" v="211"/>
          <ac:spMkLst>
            <pc:docMk/>
            <pc:sldMk cId="1391746386" sldId="259"/>
            <ac:spMk id="9" creationId="{85428F22-76B3-4107-AADE-3F9EC95FD325}"/>
          </ac:spMkLst>
        </pc:spChg>
        <pc:grpChg chg="add">
          <ac:chgData name="Rowan Rovex" userId="c2a28c8c6a1c5112" providerId="Windows Live" clId="Web-{8F203AD9-9815-4A21-80A7-50384245C636}" dt="2026-10-05T18:20:06.252" v="211"/>
          <ac:grpSpMkLst>
            <pc:docMk/>
            <pc:sldMk cId="1391746386" sldId="259"/>
            <ac:grpSpMk id="11" creationId="{5346FBCF-5353-4172-96F5-4B7EB07777C4}"/>
          </ac:grpSpMkLst>
        </pc:grpChg>
        <pc:grpChg chg="add">
          <ac:chgData name="Rowan Rovex" userId="c2a28c8c6a1c5112" providerId="Windows Live" clId="Web-{8F203AD9-9815-4A21-80A7-50384245C636}" dt="2026-10-05T18:20:06.252" v="211"/>
          <ac:grpSpMkLst>
            <pc:docMk/>
            <pc:sldMk cId="1391746386" sldId="259"/>
            <ac:grpSpMk id="15" creationId="{78326E10-C8CB-487F-A110-F861268DE619}"/>
          </ac:grpSpMkLst>
        </pc:grpChg>
        <pc:picChg chg="add">
          <ac:chgData name="Rowan Rovex" userId="c2a28c8c6a1c5112" providerId="Windows Live" clId="Web-{8F203AD9-9815-4A21-80A7-50384245C636}" dt="2026-10-05T18:20:06.252" v="211"/>
          <ac:picMkLst>
            <pc:docMk/>
            <pc:sldMk cId="1391746386" sldId="259"/>
            <ac:picMk id="5" creationId="{D5CC282C-175E-EA62-535D-24BDF5B09A14}"/>
          </ac:picMkLst>
        </pc:picChg>
      </pc:sldChg>
      <pc:sldChg chg="addSp delSp modSp new mod setBg">
        <pc:chgData name="Rowan Rovex" userId="c2a28c8c6a1c5112" providerId="Windows Live" clId="Web-{8F203AD9-9815-4A21-80A7-50384245C636}" dt="2026-10-05T18:19:46.580" v="210"/>
        <pc:sldMkLst>
          <pc:docMk/>
          <pc:sldMk cId="319146219" sldId="260"/>
        </pc:sldMkLst>
        <pc:spChg chg="mod">
          <ac:chgData name="Rowan Rovex" userId="c2a28c8c6a1c5112" providerId="Windows Live" clId="Web-{8F203AD9-9815-4A21-80A7-50384245C636}" dt="2026-10-05T18:19:46.580" v="210"/>
          <ac:spMkLst>
            <pc:docMk/>
            <pc:sldMk cId="319146219" sldId="260"/>
            <ac:spMk id="2" creationId="{4A4B4457-D0A1-95E8-3F0C-F3BE3D1408BE}"/>
          </ac:spMkLst>
        </pc:spChg>
        <pc:spChg chg="add del">
          <ac:chgData name="Rowan Rovex" userId="c2a28c8c6a1c5112" providerId="Windows Live" clId="Web-{8F203AD9-9815-4A21-80A7-50384245C636}" dt="2026-10-05T18:19:43.299" v="209"/>
          <ac:spMkLst>
            <pc:docMk/>
            <pc:sldMk cId="319146219" sldId="260"/>
            <ac:spMk id="3" creationId="{2F48C588-8539-D356-2A4C-3D667C4A279B}"/>
          </ac:spMkLst>
        </pc:spChg>
        <pc:spChg chg="add">
          <ac:chgData name="Rowan Rovex" userId="c2a28c8c6a1c5112" providerId="Windows Live" clId="Web-{8F203AD9-9815-4A21-80A7-50384245C636}" dt="2026-10-05T18:19:46.580" v="210"/>
          <ac:spMkLst>
            <pc:docMk/>
            <pc:sldMk cId="319146219" sldId="260"/>
            <ac:spMk id="11" creationId="{94C52C56-BEF2-4E22-8C8E-A7AC96B03A72}"/>
          </ac:spMkLst>
        </pc:spChg>
        <pc:spChg chg="add del">
          <ac:chgData name="Rowan Rovex" userId="c2a28c8c6a1c5112" providerId="Windows Live" clId="Web-{8F203AD9-9815-4A21-80A7-50384245C636}" dt="2026-10-05T18:19:32.361" v="207"/>
          <ac:spMkLst>
            <pc:docMk/>
            <pc:sldMk cId="319146219" sldId="260"/>
            <ac:spMk id="12" creationId="{94C52C56-BEF2-4E22-8C8E-A7AC96B03A72}"/>
          </ac:spMkLst>
        </pc:spChg>
        <pc:spChg chg="add">
          <ac:chgData name="Rowan Rovex" userId="c2a28c8c6a1c5112" providerId="Windows Live" clId="Web-{8F203AD9-9815-4A21-80A7-50384245C636}" dt="2026-10-05T18:19:46.580" v="210"/>
          <ac:spMkLst>
            <pc:docMk/>
            <pc:sldMk cId="319146219" sldId="260"/>
            <ac:spMk id="13" creationId="{42285737-90EE-47DC-AC80-8AE156B11969}"/>
          </ac:spMkLst>
        </pc:spChg>
        <pc:spChg chg="add del">
          <ac:chgData name="Rowan Rovex" userId="c2a28c8c6a1c5112" providerId="Windows Live" clId="Web-{8F203AD9-9815-4A21-80A7-50384245C636}" dt="2026-10-05T18:19:32.361" v="207"/>
          <ac:spMkLst>
            <pc:docMk/>
            <pc:sldMk cId="319146219" sldId="260"/>
            <ac:spMk id="14" creationId="{42285737-90EE-47DC-AC80-8AE156B11969}"/>
          </ac:spMkLst>
        </pc:spChg>
        <pc:grpChg chg="add del">
          <ac:chgData name="Rowan Rovex" userId="c2a28c8c6a1c5112" providerId="Windows Live" clId="Web-{8F203AD9-9815-4A21-80A7-50384245C636}" dt="2026-10-05T18:19:32.361" v="207"/>
          <ac:grpSpMkLst>
            <pc:docMk/>
            <pc:sldMk cId="319146219" sldId="260"/>
            <ac:grpSpMk id="16" creationId="{B57BDC17-F1B3-455F-BBF1-680AA1F25C06}"/>
          </ac:grpSpMkLst>
        </pc:grpChg>
        <pc:grpChg chg="add">
          <ac:chgData name="Rowan Rovex" userId="c2a28c8c6a1c5112" providerId="Windows Live" clId="Web-{8F203AD9-9815-4A21-80A7-50384245C636}" dt="2026-10-05T18:19:46.580" v="210"/>
          <ac:grpSpMkLst>
            <pc:docMk/>
            <pc:sldMk cId="319146219" sldId="260"/>
            <ac:grpSpMk id="18" creationId="{B57BDC17-F1B3-455F-BBF1-680AA1F25C06}"/>
          </ac:grpSpMkLst>
        </pc:grpChg>
        <pc:graphicFrameChg chg="add del mod ord modGraphic">
          <ac:chgData name="Rowan Rovex" userId="c2a28c8c6a1c5112" providerId="Windows Live" clId="Web-{8F203AD9-9815-4A21-80A7-50384245C636}" dt="2026-10-05T18:18:59.565" v="204"/>
          <ac:graphicFrameMkLst>
            <pc:docMk/>
            <pc:sldMk cId="319146219" sldId="260"/>
            <ac:graphicFrameMk id="5" creationId="{84EFABFA-22F1-8D52-C0EE-FE34B9AF9481}"/>
          </ac:graphicFrameMkLst>
        </pc:graphicFrameChg>
        <pc:graphicFrameChg chg="add del mod ord modGraphic">
          <ac:chgData name="Rowan Rovex" userId="c2a28c8c6a1c5112" providerId="Windows Live" clId="Web-{8F203AD9-9815-4A21-80A7-50384245C636}" dt="2026-10-05T18:19:33.971" v="208"/>
          <ac:graphicFrameMkLst>
            <pc:docMk/>
            <pc:sldMk cId="319146219" sldId="260"/>
            <ac:graphicFrameMk id="7" creationId="{543DA6EB-E915-E566-4D8F-E2182F4A0462}"/>
          </ac:graphicFrameMkLst>
        </pc:graphicFrameChg>
        <pc:graphicFrameChg chg="add mod ord modGraphic">
          <ac:chgData name="Rowan Rovex" userId="c2a28c8c6a1c5112" providerId="Windows Live" clId="Web-{8F203AD9-9815-4A21-80A7-50384245C636}" dt="2026-10-05T18:19:46.580" v="210"/>
          <ac:graphicFrameMkLst>
            <pc:docMk/>
            <pc:sldMk cId="319146219" sldId="260"/>
            <ac:graphicFrameMk id="9" creationId="{F2AF2D50-57B3-9D4C-7C3D-7AB20A58121B}"/>
          </ac:graphicFrameMkLst>
        </pc:graphicFrameChg>
      </pc:sldChg>
      <pc:sldChg chg="addSp delSp modSp new">
        <pc:chgData name="Rowan Rovex" userId="c2a28c8c6a1c5112" providerId="Windows Live" clId="Web-{8F203AD9-9815-4A21-80A7-50384245C636}" dt="2026-10-05T18:30:47.033" v="255" actId="14100"/>
        <pc:sldMkLst>
          <pc:docMk/>
          <pc:sldMk cId="721600871" sldId="261"/>
        </pc:sldMkLst>
        <pc:spChg chg="mod">
          <ac:chgData name="Rowan Rovex" userId="c2a28c8c6a1c5112" providerId="Windows Live" clId="Web-{8F203AD9-9815-4A21-80A7-50384245C636}" dt="2026-10-05T18:29:09.501" v="237" actId="14100"/>
          <ac:spMkLst>
            <pc:docMk/>
            <pc:sldMk cId="721600871" sldId="261"/>
            <ac:spMk id="2" creationId="{B8D3A5A1-9906-036F-19A9-EE7AD84838BD}"/>
          </ac:spMkLst>
        </pc:spChg>
        <pc:spChg chg="del">
          <ac:chgData name="Rowan Rovex" userId="c2a28c8c6a1c5112" providerId="Windows Live" clId="Web-{8F203AD9-9815-4A21-80A7-50384245C636}" dt="2026-10-05T18:23:41.017" v="231"/>
          <ac:spMkLst>
            <pc:docMk/>
            <pc:sldMk cId="721600871" sldId="261"/>
            <ac:spMk id="3" creationId="{CC437EE1-087B-3E96-E36E-BF6C7F1CF917}"/>
          </ac:spMkLst>
        </pc:spChg>
        <pc:spChg chg="add del mod">
          <ac:chgData name="Rowan Rovex" userId="c2a28c8c6a1c5112" providerId="Windows Live" clId="Web-{8F203AD9-9815-4A21-80A7-50384245C636}" dt="2026-10-05T18:28:50.580" v="233"/>
          <ac:spMkLst>
            <pc:docMk/>
            <pc:sldMk cId="721600871" sldId="261"/>
            <ac:spMk id="6" creationId="{F2149507-089D-AFB1-AF5C-CCB668307638}"/>
          </ac:spMkLst>
        </pc:spChg>
        <pc:picChg chg="add del mod ord">
          <ac:chgData name="Rowan Rovex" userId="c2a28c8c6a1c5112" providerId="Windows Live" clId="Web-{8F203AD9-9815-4A21-80A7-50384245C636}" dt="2026-10-05T18:23:53.783" v="232"/>
          <ac:picMkLst>
            <pc:docMk/>
            <pc:sldMk cId="721600871" sldId="261"/>
            <ac:picMk id="4" creationId="{825C416A-CB12-CFAA-8837-3297C4366E27}"/>
          </ac:picMkLst>
        </pc:picChg>
        <pc:picChg chg="add mod ord">
          <ac:chgData name="Rowan Rovex" userId="c2a28c8c6a1c5112" providerId="Windows Live" clId="Web-{8F203AD9-9815-4A21-80A7-50384245C636}" dt="2026-10-05T18:30:47.033" v="255" actId="14100"/>
          <ac:picMkLst>
            <pc:docMk/>
            <pc:sldMk cId="721600871" sldId="261"/>
            <ac:picMk id="7" creationId="{7AC9046D-289E-A471-01C5-EB4DF9A2FCFB}"/>
          </ac:picMkLst>
        </pc:picChg>
        <pc:picChg chg="add mod">
          <ac:chgData name="Rowan Rovex" userId="c2a28c8c6a1c5112" providerId="Windows Live" clId="Web-{8F203AD9-9815-4A21-80A7-50384245C636}" dt="2026-10-05T18:30:43.142" v="254" actId="1076"/>
          <ac:picMkLst>
            <pc:docMk/>
            <pc:sldMk cId="721600871" sldId="261"/>
            <ac:picMk id="8" creationId="{CAAE3BFA-5997-8C32-DD3B-7C46E8311E7A}"/>
          </ac:picMkLst>
        </pc:picChg>
        <pc:picChg chg="add mod">
          <ac:chgData name="Rowan Rovex" userId="c2a28c8c6a1c5112" providerId="Windows Live" clId="Web-{8F203AD9-9815-4A21-80A7-50384245C636}" dt="2026-10-05T18:30:39.970" v="253" actId="1076"/>
          <ac:picMkLst>
            <pc:docMk/>
            <pc:sldMk cId="721600871" sldId="261"/>
            <ac:picMk id="9" creationId="{9E947C9A-6E3A-B967-A54F-6DE7070C41CE}"/>
          </ac:picMkLst>
        </pc:picChg>
      </pc:sldChg>
      <pc:sldChg chg="modSp new">
        <pc:chgData name="Rowan Rovex" userId="c2a28c8c6a1c5112" providerId="Windows Live" clId="Web-{8F203AD9-9815-4A21-80A7-50384245C636}" dt="2026-10-05T18:32:49.079" v="275" actId="20577"/>
        <pc:sldMkLst>
          <pc:docMk/>
          <pc:sldMk cId="1067901187" sldId="262"/>
        </pc:sldMkLst>
        <pc:spChg chg="mod">
          <ac:chgData name="Rowan Rovex" userId="c2a28c8c6a1c5112" providerId="Windows Live" clId="Web-{8F203AD9-9815-4A21-80A7-50384245C636}" dt="2026-10-05T18:32:31.470" v="273" actId="20577"/>
          <ac:spMkLst>
            <pc:docMk/>
            <pc:sldMk cId="1067901187" sldId="262"/>
            <ac:spMk id="2" creationId="{99B771DC-BF24-5595-61F2-85A4FDC7CCC6}"/>
          </ac:spMkLst>
        </pc:spChg>
        <pc:spChg chg="mod">
          <ac:chgData name="Rowan Rovex" userId="c2a28c8c6a1c5112" providerId="Windows Live" clId="Web-{8F203AD9-9815-4A21-80A7-50384245C636}" dt="2026-10-05T18:32:49.079" v="275" actId="20577"/>
          <ac:spMkLst>
            <pc:docMk/>
            <pc:sldMk cId="1067901187" sldId="262"/>
            <ac:spMk id="3" creationId="{321FC171-E835-FD31-E595-B18CB4ED4D40}"/>
          </ac:spMkLst>
        </pc:spChg>
      </pc:sldChg>
      <pc:sldChg chg="modSp new del">
        <pc:chgData name="Rowan Rovex" userId="c2a28c8c6a1c5112" providerId="Windows Live" clId="Web-{8F203AD9-9815-4A21-80A7-50384245C636}" dt="2026-10-05T18:34:08.814" v="292"/>
        <pc:sldMkLst>
          <pc:docMk/>
          <pc:sldMk cId="2090998188" sldId="263"/>
        </pc:sldMkLst>
        <pc:spChg chg="mod">
          <ac:chgData name="Rowan Rovex" userId="c2a28c8c6a1c5112" providerId="Windows Live" clId="Web-{8F203AD9-9815-4A21-80A7-50384245C636}" dt="2026-10-05T18:34:08.173" v="291" actId="20577"/>
          <ac:spMkLst>
            <pc:docMk/>
            <pc:sldMk cId="2090998188" sldId="263"/>
            <ac:spMk id="2" creationId="{6EAAF746-0724-7D02-2940-628488195662}"/>
          </ac:spMkLst>
        </pc:spChg>
      </pc:sldChg>
      <pc:sldChg chg="modSp new">
        <pc:chgData name="Rowan Rovex" userId="c2a28c8c6a1c5112" providerId="Windows Live" clId="Web-{8F203AD9-9815-4A21-80A7-50384245C636}" dt="2026-10-05T18:34:48.938" v="310" actId="20577"/>
        <pc:sldMkLst>
          <pc:docMk/>
          <pc:sldMk cId="2272942497" sldId="263"/>
        </pc:sldMkLst>
        <pc:spChg chg="mod">
          <ac:chgData name="Rowan Rovex" userId="c2a28c8c6a1c5112" providerId="Windows Live" clId="Web-{8F203AD9-9815-4A21-80A7-50384245C636}" dt="2026-10-05T18:34:32.235" v="308" actId="20577"/>
          <ac:spMkLst>
            <pc:docMk/>
            <pc:sldMk cId="2272942497" sldId="263"/>
            <ac:spMk id="2" creationId="{A78FB114-DEE9-0283-EBBF-F7131ED2EDB5}"/>
          </ac:spMkLst>
        </pc:spChg>
        <pc:spChg chg="mod">
          <ac:chgData name="Rowan Rovex" userId="c2a28c8c6a1c5112" providerId="Windows Live" clId="Web-{8F203AD9-9815-4A21-80A7-50384245C636}" dt="2026-10-05T18:34:48.938" v="310" actId="20577"/>
          <ac:spMkLst>
            <pc:docMk/>
            <pc:sldMk cId="2272942497" sldId="263"/>
            <ac:spMk id="3" creationId="{2A8D653A-D982-48AC-45DB-B58E8371BBFC}"/>
          </ac:spMkLst>
        </pc:spChg>
      </pc:sldChg>
      <pc:sldChg chg="modSp new">
        <pc:chgData name="Rowan Rovex" userId="c2a28c8c6a1c5112" providerId="Windows Live" clId="Web-{8F203AD9-9815-4A21-80A7-50384245C636}" dt="2026-10-05T18:35:51.692" v="327" actId="20577"/>
        <pc:sldMkLst>
          <pc:docMk/>
          <pc:sldMk cId="2148840070" sldId="264"/>
        </pc:sldMkLst>
        <pc:spChg chg="mod">
          <ac:chgData name="Rowan Rovex" userId="c2a28c8c6a1c5112" providerId="Windows Live" clId="Web-{8F203AD9-9815-4A21-80A7-50384245C636}" dt="2026-10-05T18:35:51.692" v="327" actId="20577"/>
          <ac:spMkLst>
            <pc:docMk/>
            <pc:sldMk cId="2148840070" sldId="264"/>
            <ac:spMk id="2" creationId="{7B8D37AE-326B-8FC7-2657-8270E86080E9}"/>
          </ac:spMkLst>
        </pc:spChg>
        <pc:spChg chg="mod">
          <ac:chgData name="Rowan Rovex" userId="c2a28c8c6a1c5112" providerId="Windows Live" clId="Web-{8F203AD9-9815-4A21-80A7-50384245C636}" dt="2026-10-05T18:35:39.349" v="326" actId="20577"/>
          <ac:spMkLst>
            <pc:docMk/>
            <pc:sldMk cId="2148840070" sldId="264"/>
            <ac:spMk id="3" creationId="{BE96B2F0-2E5F-658E-B6C4-E8376693D842}"/>
          </ac:spMkLst>
        </pc:spChg>
      </pc:sldChg>
      <pc:sldChg chg="addSp modSp new mod setBg setClrOvrMap">
        <pc:chgData name="Rowan Rovex" userId="c2a28c8c6a1c5112" providerId="Windows Live" clId="Web-{8F203AD9-9815-4A21-80A7-50384245C636}" dt="2026-10-05T18:36:38.614" v="338"/>
        <pc:sldMkLst>
          <pc:docMk/>
          <pc:sldMk cId="2147341103" sldId="265"/>
        </pc:sldMkLst>
        <pc:spChg chg="mod">
          <ac:chgData name="Rowan Rovex" userId="c2a28c8c6a1c5112" providerId="Windows Live" clId="Web-{8F203AD9-9815-4A21-80A7-50384245C636}" dt="2026-10-05T18:36:38.614" v="338"/>
          <ac:spMkLst>
            <pc:docMk/>
            <pc:sldMk cId="2147341103" sldId="265"/>
            <ac:spMk id="2" creationId="{3752E467-33DE-89EE-BF0A-8B9E9ABA611C}"/>
          </ac:spMkLst>
        </pc:spChg>
        <pc:spChg chg="mod">
          <ac:chgData name="Rowan Rovex" userId="c2a28c8c6a1c5112" providerId="Windows Live" clId="Web-{8F203AD9-9815-4A21-80A7-50384245C636}" dt="2026-10-05T18:36:38.614" v="338"/>
          <ac:spMkLst>
            <pc:docMk/>
            <pc:sldMk cId="2147341103" sldId="265"/>
            <ac:spMk id="3" creationId="{B89A6C81-C9D2-4620-4D9C-42B6A80993AF}"/>
          </ac:spMkLst>
        </pc:spChg>
        <pc:spChg chg="add">
          <ac:chgData name="Rowan Rovex" userId="c2a28c8c6a1c5112" providerId="Windows Live" clId="Web-{8F203AD9-9815-4A21-80A7-50384245C636}" dt="2026-10-05T18:36:38.614" v="338"/>
          <ac:spMkLst>
            <pc:docMk/>
            <pc:sldMk cId="2147341103" sldId="265"/>
            <ac:spMk id="8" creationId="{E5A92FE9-DB05-4D0D-AF5A-BE8664B9FFB4}"/>
          </ac:spMkLst>
        </pc:spChg>
        <pc:grpChg chg="add">
          <ac:chgData name="Rowan Rovex" userId="c2a28c8c6a1c5112" providerId="Windows Live" clId="Web-{8F203AD9-9815-4A21-80A7-50384245C636}" dt="2026-10-05T18:36:38.614" v="338"/>
          <ac:grpSpMkLst>
            <pc:docMk/>
            <pc:sldMk cId="2147341103" sldId="265"/>
            <ac:grpSpMk id="10" creationId="{53D9B26A-5143-49A7-BA98-D871D5BD719A}"/>
          </ac:grpSpMkLst>
        </pc:grpChg>
      </pc:sldChg>
      <pc:sldChg chg="new del">
        <pc:chgData name="Rowan Rovex" userId="c2a28c8c6a1c5112" providerId="Windows Live" clId="Web-{8F203AD9-9815-4A21-80A7-50384245C636}" dt="2026-10-05T18:36:01.739" v="329"/>
        <pc:sldMkLst>
          <pc:docMk/>
          <pc:sldMk cId="2688330973" sldId="265"/>
        </pc:sldMkLst>
      </pc:sldChg>
    </pc:docChg>
  </pc:docChgLst>
  <pc:docChgLst>
    <pc:chgData name="Rowan Rovex" userId="c2a28c8c6a1c5112" providerId="Windows Live" clId="Web-{37C783D5-AE3F-4577-A9EE-A069FEC1B310}"/>
    <pc:docChg chg="mod addSld modSld addMainMaster delMainMaster">
      <pc:chgData name="Rowan Rovex" userId="c2a28c8c6a1c5112" providerId="Windows Live" clId="Web-{37C783D5-AE3F-4577-A9EE-A069FEC1B310}" dt="2026-10-05T18:03:55.138" v="49" actId="20577"/>
      <pc:docMkLst>
        <pc:docMk/>
      </pc:docMkLst>
      <pc:sldChg chg="modSp mod modClrScheme chgLayout">
        <pc:chgData name="Rowan Rovex" userId="c2a28c8c6a1c5112" providerId="Windows Live" clId="Web-{37C783D5-AE3F-4577-A9EE-A069FEC1B310}" dt="2026-10-05T18:03:23.777" v="34" actId="20577"/>
        <pc:sldMkLst>
          <pc:docMk/>
          <pc:sldMk cId="109857222" sldId="256"/>
        </pc:sldMkLst>
        <pc:spChg chg="mod ord">
          <ac:chgData name="Rowan Rovex" userId="c2a28c8c6a1c5112" providerId="Windows Live" clId="Web-{37C783D5-AE3F-4577-A9EE-A069FEC1B310}" dt="2026-10-05T18:03:12.668" v="28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Rowan Rovex" userId="c2a28c8c6a1c5112" providerId="Windows Live" clId="Web-{37C783D5-AE3F-4577-A9EE-A069FEC1B310}" dt="2026-10-05T18:03:23.777" v="34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new mod modClrScheme chgLayout">
        <pc:chgData name="Rowan Rovex" userId="c2a28c8c6a1c5112" providerId="Windows Live" clId="Web-{37C783D5-AE3F-4577-A9EE-A069FEC1B310}" dt="2026-10-05T18:03:55.138" v="49" actId="20577"/>
        <pc:sldMkLst>
          <pc:docMk/>
          <pc:sldMk cId="1487770228" sldId="257"/>
        </pc:sldMkLst>
        <pc:spChg chg="mod ord">
          <ac:chgData name="Rowan Rovex" userId="c2a28c8c6a1c5112" providerId="Windows Live" clId="Web-{37C783D5-AE3F-4577-A9EE-A069FEC1B310}" dt="2026-10-05T18:03:51.857" v="48" actId="20577"/>
          <ac:spMkLst>
            <pc:docMk/>
            <pc:sldMk cId="1487770228" sldId="257"/>
            <ac:spMk id="2" creationId="{836DE8CD-075A-3802-17D3-9E11BD6E6DC0}"/>
          </ac:spMkLst>
        </pc:spChg>
        <pc:spChg chg="mod ord">
          <ac:chgData name="Rowan Rovex" userId="c2a28c8c6a1c5112" providerId="Windows Live" clId="Web-{37C783D5-AE3F-4577-A9EE-A069FEC1B310}" dt="2026-10-05T18:03:55.138" v="49" actId="20577"/>
          <ac:spMkLst>
            <pc:docMk/>
            <pc:sldMk cId="1487770228" sldId="257"/>
            <ac:spMk id="3" creationId="{7DE980DA-E352-26AD-3B9A-9FE807DC2A2E}"/>
          </ac:spMkLst>
        </pc:spChg>
      </pc:sldChg>
      <pc:sldMasterChg chg="del delSldLayout">
        <pc:chgData name="Rowan Rovex" userId="c2a28c8c6a1c5112" providerId="Windows Live" clId="Web-{37C783D5-AE3F-4577-A9EE-A069FEC1B310}" dt="2026-10-05T18:02:04.915" v="19"/>
        <pc:sldMasterMkLst>
          <pc:docMk/>
          <pc:sldMasterMk cId="2460954070" sldId="2147483660"/>
        </pc:sldMasterMkLst>
        <pc:sldLayoutChg chg="del">
          <pc:chgData name="Rowan Rovex" userId="c2a28c8c6a1c5112" providerId="Windows Live" clId="Web-{37C783D5-AE3F-4577-A9EE-A069FEC1B310}" dt="2026-10-05T18:02:04.915" v="19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Rowan Rovex" userId="c2a28c8c6a1c5112" providerId="Windows Live" clId="Web-{37C783D5-AE3F-4577-A9EE-A069FEC1B310}" dt="2026-10-05T18:02:04.915" v="19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Rowan Rovex" userId="c2a28c8c6a1c5112" providerId="Windows Live" clId="Web-{37C783D5-AE3F-4577-A9EE-A069FEC1B310}" dt="2026-10-05T18:02:04.915" v="19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Rowan Rovex" userId="c2a28c8c6a1c5112" providerId="Windows Live" clId="Web-{37C783D5-AE3F-4577-A9EE-A069FEC1B310}" dt="2026-10-05T18:02:04.915" v="19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Rowan Rovex" userId="c2a28c8c6a1c5112" providerId="Windows Live" clId="Web-{37C783D5-AE3F-4577-A9EE-A069FEC1B310}" dt="2026-10-05T18:02:04.915" v="19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Rowan Rovex" userId="c2a28c8c6a1c5112" providerId="Windows Live" clId="Web-{37C783D5-AE3F-4577-A9EE-A069FEC1B310}" dt="2026-10-05T18:02:04.915" v="19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Rowan Rovex" userId="c2a28c8c6a1c5112" providerId="Windows Live" clId="Web-{37C783D5-AE3F-4577-A9EE-A069FEC1B310}" dt="2026-10-05T18:02:04.915" v="19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Rowan Rovex" userId="c2a28c8c6a1c5112" providerId="Windows Live" clId="Web-{37C783D5-AE3F-4577-A9EE-A069FEC1B310}" dt="2026-10-05T18:02:04.915" v="19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Rowan Rovex" userId="c2a28c8c6a1c5112" providerId="Windows Live" clId="Web-{37C783D5-AE3F-4577-A9EE-A069FEC1B310}" dt="2026-10-05T18:02:04.915" v="19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Rowan Rovex" userId="c2a28c8c6a1c5112" providerId="Windows Live" clId="Web-{37C783D5-AE3F-4577-A9EE-A069FEC1B310}" dt="2026-10-05T18:02:04.915" v="19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Rowan Rovex" userId="c2a28c8c6a1c5112" providerId="Windows Live" clId="Web-{37C783D5-AE3F-4577-A9EE-A069FEC1B310}" dt="2026-10-05T18:02:04.915" v="19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addSldLayout modSldLayout">
        <pc:chgData name="Rowan Rovex" userId="c2a28c8c6a1c5112" providerId="Windows Live" clId="Web-{37C783D5-AE3F-4577-A9EE-A069FEC1B310}" dt="2026-10-05T18:02:04.915" v="19"/>
        <pc:sldMasterMkLst>
          <pc:docMk/>
          <pc:sldMasterMk cId="411676235" sldId="2147483672"/>
        </pc:sldMasterMkLst>
        <pc:sldLayoutChg chg="add mod replId">
          <pc:chgData name="Rowan Rovex" userId="c2a28c8c6a1c5112" providerId="Windows Live" clId="Web-{37C783D5-AE3F-4577-A9EE-A069FEC1B310}" dt="2026-10-05T18:02:04.915" v="19"/>
          <pc:sldLayoutMkLst>
            <pc:docMk/>
            <pc:sldMasterMk cId="411676235" sldId="2147483672"/>
            <pc:sldLayoutMk cId="360137268" sldId="2147483673"/>
          </pc:sldLayoutMkLst>
        </pc:sldLayoutChg>
        <pc:sldLayoutChg chg="add mod replId">
          <pc:chgData name="Rowan Rovex" userId="c2a28c8c6a1c5112" providerId="Windows Live" clId="Web-{37C783D5-AE3F-4577-A9EE-A069FEC1B310}" dt="2026-10-05T18:02:04.915" v="19"/>
          <pc:sldLayoutMkLst>
            <pc:docMk/>
            <pc:sldMasterMk cId="411676235" sldId="2147483672"/>
            <pc:sldLayoutMk cId="3625551065" sldId="2147483674"/>
          </pc:sldLayoutMkLst>
        </pc:sldLayoutChg>
        <pc:sldLayoutChg chg="add mod replId">
          <pc:chgData name="Rowan Rovex" userId="c2a28c8c6a1c5112" providerId="Windows Live" clId="Web-{37C783D5-AE3F-4577-A9EE-A069FEC1B310}" dt="2026-10-05T18:02:04.915" v="19"/>
          <pc:sldLayoutMkLst>
            <pc:docMk/>
            <pc:sldMasterMk cId="411676235" sldId="2147483672"/>
            <pc:sldLayoutMk cId="259562461" sldId="2147483675"/>
          </pc:sldLayoutMkLst>
        </pc:sldLayoutChg>
        <pc:sldLayoutChg chg="add mod replId">
          <pc:chgData name="Rowan Rovex" userId="c2a28c8c6a1c5112" providerId="Windows Live" clId="Web-{37C783D5-AE3F-4577-A9EE-A069FEC1B310}" dt="2026-10-05T18:02:04.915" v="19"/>
          <pc:sldLayoutMkLst>
            <pc:docMk/>
            <pc:sldMasterMk cId="411676235" sldId="2147483672"/>
            <pc:sldLayoutMk cId="3760287387" sldId="2147483676"/>
          </pc:sldLayoutMkLst>
        </pc:sldLayoutChg>
        <pc:sldLayoutChg chg="add mod replId">
          <pc:chgData name="Rowan Rovex" userId="c2a28c8c6a1c5112" providerId="Windows Live" clId="Web-{37C783D5-AE3F-4577-A9EE-A069FEC1B310}" dt="2026-10-05T18:02:04.915" v="19"/>
          <pc:sldLayoutMkLst>
            <pc:docMk/>
            <pc:sldMasterMk cId="411676235" sldId="2147483672"/>
            <pc:sldLayoutMk cId="2683637142" sldId="2147483677"/>
          </pc:sldLayoutMkLst>
        </pc:sldLayoutChg>
        <pc:sldLayoutChg chg="add mod replId">
          <pc:chgData name="Rowan Rovex" userId="c2a28c8c6a1c5112" providerId="Windows Live" clId="Web-{37C783D5-AE3F-4577-A9EE-A069FEC1B310}" dt="2026-10-05T18:02:04.915" v="19"/>
          <pc:sldLayoutMkLst>
            <pc:docMk/>
            <pc:sldMasterMk cId="411676235" sldId="2147483672"/>
            <pc:sldLayoutMk cId="2608988941" sldId="2147483678"/>
          </pc:sldLayoutMkLst>
        </pc:sldLayoutChg>
        <pc:sldLayoutChg chg="add mod replId">
          <pc:chgData name="Rowan Rovex" userId="c2a28c8c6a1c5112" providerId="Windows Live" clId="Web-{37C783D5-AE3F-4577-A9EE-A069FEC1B310}" dt="2026-10-05T18:02:04.915" v="19"/>
          <pc:sldLayoutMkLst>
            <pc:docMk/>
            <pc:sldMasterMk cId="411676235" sldId="2147483672"/>
            <pc:sldLayoutMk cId="551428605" sldId="2147483679"/>
          </pc:sldLayoutMkLst>
        </pc:sldLayoutChg>
        <pc:sldLayoutChg chg="add mod replId">
          <pc:chgData name="Rowan Rovex" userId="c2a28c8c6a1c5112" providerId="Windows Live" clId="Web-{37C783D5-AE3F-4577-A9EE-A069FEC1B310}" dt="2026-10-05T18:02:04.915" v="19"/>
          <pc:sldLayoutMkLst>
            <pc:docMk/>
            <pc:sldMasterMk cId="411676235" sldId="2147483672"/>
            <pc:sldLayoutMk cId="855491956" sldId="2147483680"/>
          </pc:sldLayoutMkLst>
        </pc:sldLayoutChg>
        <pc:sldLayoutChg chg="add mod replId">
          <pc:chgData name="Rowan Rovex" userId="c2a28c8c6a1c5112" providerId="Windows Live" clId="Web-{37C783D5-AE3F-4577-A9EE-A069FEC1B310}" dt="2026-10-05T18:02:04.915" v="19"/>
          <pc:sldLayoutMkLst>
            <pc:docMk/>
            <pc:sldMasterMk cId="411676235" sldId="2147483672"/>
            <pc:sldLayoutMk cId="3493289699" sldId="2147483681"/>
          </pc:sldLayoutMkLst>
        </pc:sldLayoutChg>
        <pc:sldLayoutChg chg="add mod replId">
          <pc:chgData name="Rowan Rovex" userId="c2a28c8c6a1c5112" providerId="Windows Live" clId="Web-{37C783D5-AE3F-4577-A9EE-A069FEC1B310}" dt="2026-10-05T18:02:04.915" v="19"/>
          <pc:sldLayoutMkLst>
            <pc:docMk/>
            <pc:sldMasterMk cId="411676235" sldId="2147483672"/>
            <pc:sldLayoutMk cId="1032792730" sldId="2147483682"/>
          </pc:sldLayoutMkLst>
        </pc:sldLayoutChg>
        <pc:sldLayoutChg chg="add mod replId">
          <pc:chgData name="Rowan Rovex" userId="c2a28c8c6a1c5112" providerId="Windows Live" clId="Web-{37C783D5-AE3F-4577-A9EE-A069FEC1B310}" dt="2026-10-05T18:02:04.915" v="19"/>
          <pc:sldLayoutMkLst>
            <pc:docMk/>
            <pc:sldMasterMk cId="411676235" sldId="2147483672"/>
            <pc:sldLayoutMk cId="2520364523" sldId="2147483683"/>
          </pc:sldLayoutMkLst>
        </pc:sldLayoutChg>
        <pc:sldLayoutChg chg="add mod replId">
          <pc:chgData name="Rowan Rovex" userId="c2a28c8c6a1c5112" providerId="Windows Live" clId="Web-{37C783D5-AE3F-4577-A9EE-A069FEC1B310}" dt="2026-10-05T18:02:04.915" v="19"/>
          <pc:sldLayoutMkLst>
            <pc:docMk/>
            <pc:sldMasterMk cId="411676235" sldId="2147483672"/>
            <pc:sldLayoutMk cId="240199325" sldId="2147483684"/>
          </pc:sldLayoutMkLst>
        </pc:sldLayoutChg>
        <pc:sldLayoutChg chg="add mod replId">
          <pc:chgData name="Rowan Rovex" userId="c2a28c8c6a1c5112" providerId="Windows Live" clId="Web-{37C783D5-AE3F-4577-A9EE-A069FEC1B310}" dt="2026-10-05T18:02:04.915" v="19"/>
          <pc:sldLayoutMkLst>
            <pc:docMk/>
            <pc:sldMasterMk cId="411676235" sldId="2147483672"/>
            <pc:sldLayoutMk cId="85404294" sldId="2147483685"/>
          </pc:sldLayoutMkLst>
        </pc:sldLayoutChg>
        <pc:sldLayoutChg chg="add mod replId">
          <pc:chgData name="Rowan Rovex" userId="c2a28c8c6a1c5112" providerId="Windows Live" clId="Web-{37C783D5-AE3F-4577-A9EE-A069FEC1B310}" dt="2026-10-05T18:02:04.915" v="19"/>
          <pc:sldLayoutMkLst>
            <pc:docMk/>
            <pc:sldMasterMk cId="411676235" sldId="2147483672"/>
            <pc:sldLayoutMk cId="1471721125" sldId="2147483686"/>
          </pc:sldLayoutMkLst>
        </pc:sldLayoutChg>
        <pc:sldLayoutChg chg="add mod replId">
          <pc:chgData name="Rowan Rovex" userId="c2a28c8c6a1c5112" providerId="Windows Live" clId="Web-{37C783D5-AE3F-4577-A9EE-A069FEC1B310}" dt="2026-10-05T18:02:04.915" v="19"/>
          <pc:sldLayoutMkLst>
            <pc:docMk/>
            <pc:sldMasterMk cId="411676235" sldId="2147483672"/>
            <pc:sldLayoutMk cId="1394850132" sldId="2147483687"/>
          </pc:sldLayoutMkLst>
        </pc:sldLayoutChg>
        <pc:sldLayoutChg chg="add mod replId">
          <pc:chgData name="Rowan Rovex" userId="c2a28c8c6a1c5112" providerId="Windows Live" clId="Web-{37C783D5-AE3F-4577-A9EE-A069FEC1B310}" dt="2026-10-05T18:02:04.915" v="19"/>
          <pc:sldLayoutMkLst>
            <pc:docMk/>
            <pc:sldMasterMk cId="411676235" sldId="2147483672"/>
            <pc:sldLayoutMk cId="306200314" sldId="2147483688"/>
          </pc:sldLayoutMkLst>
        </pc:sldLayoutChg>
        <pc:sldLayoutChg chg="add mod replId">
          <pc:chgData name="Rowan Rovex" userId="c2a28c8c6a1c5112" providerId="Windows Live" clId="Web-{37C783D5-AE3F-4577-A9EE-A069FEC1B310}" dt="2026-10-05T18:02:04.915" v="19"/>
          <pc:sldLayoutMkLst>
            <pc:docMk/>
            <pc:sldMasterMk cId="411676235" sldId="2147483672"/>
            <pc:sldLayoutMk cId="2164891021" sldId="214748368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1372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55510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5624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02873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6371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98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14286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5491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2896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2792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03645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1993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404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17211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48501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20031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4891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10/5/2026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76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latin typeface="Angsana New"/>
                <a:ea typeface="+mj-lt"/>
                <a:cs typeface="Angsana New"/>
              </a:rPr>
              <a:t>ShopSphere E-commerce Analysis</a:t>
            </a:r>
            <a:endParaRPr lang="en-US" sz="6600" b="1">
              <a:latin typeface="Angsana New"/>
              <a:cs typeface="Angsana New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latin typeface="Angsana New"/>
                <a:cs typeface="Angsana New"/>
              </a:rPr>
              <a:t>By Abhijeet Singh Parihar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DE8CD-075A-3802-17D3-9E11BD6E6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5400" b="1" dirty="0">
                <a:latin typeface="Angsana New"/>
                <a:cs typeface="Angsana New"/>
              </a:rPr>
              <a:t>Business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E980DA-E352-26AD-3B9A-9FE807DC2A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000" dirty="0" err="1">
                <a:highlight>
                  <a:srgbClr val="FFE5E5"/>
                </a:highlight>
                <a:latin typeface="Aptos"/>
              </a:rPr>
              <a:t>ShopSphere</a:t>
            </a:r>
            <a:r>
              <a:rPr lang="en-US" sz="2000" dirty="0">
                <a:latin typeface="Aptos"/>
              </a:rPr>
              <a:t> is a fictional e-commerce and retail company that sells a variety of products to customers across different regions. The company has sales data covering customers, products, orders, sales, discounts and profit.</a:t>
            </a:r>
          </a:p>
          <a:p>
            <a:pPr marL="0" indent="0">
              <a:buNone/>
            </a:pPr>
            <a:endParaRPr lang="en-US" sz="2000" dirty="0">
              <a:latin typeface="Aptos"/>
            </a:endParaRPr>
          </a:p>
          <a:p>
            <a:pPr marL="0" indent="0">
              <a:buNone/>
            </a:pPr>
            <a:r>
              <a:rPr lang="en-US" sz="2000" dirty="0">
                <a:ea typeface="+mn-lt"/>
                <a:cs typeface="+mn-lt"/>
              </a:rPr>
              <a:t>The business needs a clearer view of its sales and profit performance to identify problem areas and opportunities for improvement.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7770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76000"/>
                <a:satMod val="180000"/>
              </a:schemeClr>
              <a:schemeClr val="bg2">
                <a:tint val="80000"/>
                <a:satMod val="120000"/>
                <a:lumMod val="18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6AD30037-67ED-4367-9BE0-45787510B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Calculator, pen, compass, money and a paper with graphs printed on it">
            <a:extLst>
              <a:ext uri="{FF2B5EF4-FFF2-40B4-BE49-F238E27FC236}">
                <a16:creationId xmlns:a16="http://schemas.microsoft.com/office/drawing/2014/main" id="{1A43BE5A-81CA-7F65-F0B9-0D269FC51F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320" r="27051" b="8"/>
          <a:stretch>
            <a:fillRect/>
          </a:stretch>
        </p:blipFill>
        <p:spPr>
          <a:xfrm>
            <a:off x="6892924" y="10"/>
            <a:ext cx="5299077" cy="6857990"/>
          </a:xfrm>
          <a:custGeom>
            <a:avLst/>
            <a:gdLst/>
            <a:ahLst/>
            <a:cxnLst/>
            <a:rect l="l" t="t" r="r" b="b"/>
            <a:pathLst>
              <a:path w="5299077" h="6858000">
                <a:moveTo>
                  <a:pt x="836871" y="0"/>
                </a:moveTo>
                <a:lnTo>
                  <a:pt x="5299077" y="0"/>
                </a:lnTo>
                <a:lnTo>
                  <a:pt x="5299077" y="6858000"/>
                </a:lnTo>
                <a:lnTo>
                  <a:pt x="1911312" y="6858000"/>
                </a:lnTo>
                <a:lnTo>
                  <a:pt x="0" y="5333999"/>
                </a:lnTo>
                <a:close/>
              </a:path>
            </a:pathLst>
          </a:cu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50841A4E-5BC1-44B4-83CF-D524E8AEAD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232760" y="0"/>
            <a:ext cx="2436813" cy="6858001"/>
            <a:chOff x="1320800" y="0"/>
            <a:chExt cx="2436813" cy="6858001"/>
          </a:xfrm>
        </p:grpSpPr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BF371BCC-8954-44E2-8C4F-29DC188727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34" name="Freeform 7">
              <a:extLst>
                <a:ext uri="{FF2B5EF4-FFF2-40B4-BE49-F238E27FC236}">
                  <a16:creationId xmlns:a16="http://schemas.microsoft.com/office/drawing/2014/main" id="{CD3505BE-B420-41C5-BE34-3E7652D37A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4B68A05B-A78B-4D59-8CF9-1900731A21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84D57A01-C112-4FF2-B5ED-0B762AAD9C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6CCCCDF1-5D4F-4CA1-8400-DFBB96BB01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20A090B2-5344-43CD-BC70-A6D44F15E8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81F941E-46FA-9A3A-16A7-85A56A7B7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080" y="685800"/>
            <a:ext cx="5260680" cy="1752599"/>
          </a:xfrm>
        </p:spPr>
        <p:txBody>
          <a:bodyPr>
            <a:normAutofit/>
          </a:bodyPr>
          <a:lstStyle/>
          <a:p>
            <a:pPr algn="l"/>
            <a:r>
              <a:rPr lang="en-US" b="1">
                <a:latin typeface="Angsana New"/>
                <a:cs typeface="Angsana New"/>
              </a:rPr>
              <a:t>Scope &amp; Objective</a:t>
            </a:r>
            <a:endParaRPr lang="en-US">
              <a:latin typeface="Angsana New"/>
              <a:cs typeface="Angsana New"/>
            </a:endParaRP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87BB3E0C-CD58-F20D-B1A9-FF614020CB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8" y="2666999"/>
            <a:ext cx="5260680" cy="3124201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600">
                <a:ea typeface="+mn-lt"/>
                <a:cs typeface="+mn-lt"/>
              </a:rPr>
              <a:t>Understand overall sales and profitability performance.</a:t>
            </a:r>
            <a:endParaRPr lang="en-US" sz="1600"/>
          </a:p>
          <a:p>
            <a:pPr>
              <a:lnSpc>
                <a:spcPct val="90000"/>
              </a:lnSpc>
              <a:buClr>
                <a:srgbClr val="1287C3"/>
              </a:buClr>
            </a:pPr>
            <a:r>
              <a:rPr lang="en-US" sz="1600">
                <a:ea typeface="+mn-lt"/>
                <a:cs typeface="+mn-lt"/>
              </a:rPr>
              <a:t>Identify important patterns across products, categories, customers and regions.</a:t>
            </a:r>
            <a:endParaRPr lang="en-US" sz="1600"/>
          </a:p>
          <a:p>
            <a:pPr>
              <a:lnSpc>
                <a:spcPct val="90000"/>
              </a:lnSpc>
              <a:buClr>
                <a:srgbClr val="1287C3"/>
              </a:buClr>
            </a:pPr>
            <a:r>
              <a:rPr lang="en-US" sz="1600">
                <a:ea typeface="+mn-lt"/>
                <a:cs typeface="+mn-lt"/>
              </a:rPr>
              <a:t>Find areas for improvement and provide practical recommendations.</a:t>
            </a:r>
            <a:endParaRPr lang="en-US" sz="1600"/>
          </a:p>
          <a:p>
            <a:pPr>
              <a:lnSpc>
                <a:spcPct val="90000"/>
              </a:lnSpc>
              <a:buClr>
                <a:srgbClr val="1287C3"/>
              </a:buClr>
            </a:pPr>
            <a:r>
              <a:rPr lang="en-US" sz="1600">
                <a:ea typeface="+mn-lt"/>
                <a:cs typeface="+mn-lt"/>
              </a:rPr>
              <a:t>Sales and profit analysis</a:t>
            </a:r>
            <a:endParaRPr lang="en-US" sz="1600"/>
          </a:p>
          <a:p>
            <a:pPr>
              <a:lnSpc>
                <a:spcPct val="90000"/>
              </a:lnSpc>
              <a:buClr>
                <a:srgbClr val="1287C3"/>
              </a:buClr>
            </a:pPr>
            <a:r>
              <a:rPr lang="en-US" sz="1600">
                <a:ea typeface="+mn-lt"/>
                <a:cs typeface="+mn-lt"/>
              </a:rPr>
              <a:t>Customer and product performance</a:t>
            </a:r>
            <a:endParaRPr lang="en-US" sz="1600"/>
          </a:p>
          <a:p>
            <a:pPr>
              <a:lnSpc>
                <a:spcPct val="90000"/>
              </a:lnSpc>
              <a:buClr>
                <a:srgbClr val="1287C3"/>
              </a:buClr>
            </a:pPr>
            <a:r>
              <a:rPr lang="en-US" sz="1600">
                <a:ea typeface="+mn-lt"/>
                <a:cs typeface="+mn-lt"/>
              </a:rPr>
              <a:t>Category and regional performance</a:t>
            </a:r>
            <a:endParaRPr lang="en-US" sz="1600"/>
          </a:p>
          <a:p>
            <a:pPr>
              <a:lnSpc>
                <a:spcPct val="90000"/>
              </a:lnSpc>
              <a:buClr>
                <a:srgbClr val="1287C3"/>
              </a:buClr>
            </a:pPr>
            <a:r>
              <a:rPr lang="en-US" sz="1600">
                <a:ea typeface="+mn-lt"/>
                <a:cs typeface="+mn-lt"/>
              </a:rPr>
              <a:t>Discount and shipping analysis</a:t>
            </a:r>
            <a:endParaRPr lang="en-US" sz="1600"/>
          </a:p>
          <a:p>
            <a:pPr>
              <a:lnSpc>
                <a:spcPct val="90000"/>
              </a:lnSpc>
              <a:buClr>
                <a:srgbClr val="1287C3"/>
              </a:buClr>
            </a:pPr>
            <a:endParaRPr lang="en-US" sz="1600"/>
          </a:p>
          <a:p>
            <a:pPr>
              <a:lnSpc>
                <a:spcPct val="90000"/>
              </a:lnSpc>
              <a:buClr>
                <a:srgbClr val="1287C3"/>
              </a:buClr>
            </a:pP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35695248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76000"/>
                <a:satMod val="180000"/>
              </a:schemeClr>
              <a:schemeClr val="bg2">
                <a:tint val="80000"/>
                <a:satMod val="120000"/>
                <a:lumMod val="18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5428F22-76B3-4107-AADE-3F9EC95FD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346FBCF-5353-4172-96F5-4B7EB07777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290265" y="-12875"/>
            <a:ext cx="2604396" cy="6890194"/>
            <a:chOff x="2199787" y="-12875"/>
            <a:chExt cx="2679011" cy="6890194"/>
          </a:xfrm>
        </p:grpSpPr>
        <p:sp useBgFill="1">
          <p:nvSpPr>
            <p:cNvPr id="12" name="Rectangle 19">
              <a:extLst>
                <a:ext uri="{FF2B5EF4-FFF2-40B4-BE49-F238E27FC236}">
                  <a16:creationId xmlns:a16="http://schemas.microsoft.com/office/drawing/2014/main" id="{343F3E6D-808D-43AD-9485-AD0014BEAE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white">
            <a:xfrm>
              <a:off x="2199787" y="-12875"/>
              <a:ext cx="2679011" cy="5301468"/>
            </a:xfrm>
            <a:custGeom>
              <a:avLst/>
              <a:gdLst>
                <a:gd name="connsiteX0" fmla="*/ 0 w 2570017"/>
                <a:gd name="connsiteY0" fmla="*/ 0 h 2554287"/>
                <a:gd name="connsiteX1" fmla="*/ 2570017 w 2570017"/>
                <a:gd name="connsiteY1" fmla="*/ 0 h 2554287"/>
                <a:gd name="connsiteX2" fmla="*/ 2570017 w 2570017"/>
                <a:gd name="connsiteY2" fmla="*/ 2554287 h 2554287"/>
                <a:gd name="connsiteX3" fmla="*/ 0 w 2570017"/>
                <a:gd name="connsiteY3" fmla="*/ 2554287 h 2554287"/>
                <a:gd name="connsiteX4" fmla="*/ 0 w 2570017"/>
                <a:gd name="connsiteY4" fmla="*/ 0 h 2554287"/>
                <a:gd name="connsiteX0" fmla="*/ 904009 w 2570017"/>
                <a:gd name="connsiteY0" fmla="*/ 0 h 2554287"/>
                <a:gd name="connsiteX1" fmla="*/ 2570017 w 2570017"/>
                <a:gd name="connsiteY1" fmla="*/ 0 h 2554287"/>
                <a:gd name="connsiteX2" fmla="*/ 2570017 w 2570017"/>
                <a:gd name="connsiteY2" fmla="*/ 2554287 h 2554287"/>
                <a:gd name="connsiteX3" fmla="*/ 0 w 2570017"/>
                <a:gd name="connsiteY3" fmla="*/ 2554287 h 2554287"/>
                <a:gd name="connsiteX4" fmla="*/ 904009 w 2570017"/>
                <a:gd name="connsiteY4" fmla="*/ 0 h 2554287"/>
                <a:gd name="connsiteX0" fmla="*/ 644236 w 2570017"/>
                <a:gd name="connsiteY0" fmla="*/ 10391 h 2554287"/>
                <a:gd name="connsiteX1" fmla="*/ 2570017 w 2570017"/>
                <a:gd name="connsiteY1" fmla="*/ 0 h 2554287"/>
                <a:gd name="connsiteX2" fmla="*/ 2570017 w 2570017"/>
                <a:gd name="connsiteY2" fmla="*/ 2554287 h 2554287"/>
                <a:gd name="connsiteX3" fmla="*/ 0 w 2570017"/>
                <a:gd name="connsiteY3" fmla="*/ 2554287 h 2554287"/>
                <a:gd name="connsiteX4" fmla="*/ 644236 w 2570017"/>
                <a:gd name="connsiteY4" fmla="*/ 10391 h 2554287"/>
                <a:gd name="connsiteX0" fmla="*/ 633845 w 2570017"/>
                <a:gd name="connsiteY0" fmla="*/ 0 h 2554287"/>
                <a:gd name="connsiteX1" fmla="*/ 2570017 w 2570017"/>
                <a:gd name="connsiteY1" fmla="*/ 0 h 2554287"/>
                <a:gd name="connsiteX2" fmla="*/ 2570017 w 2570017"/>
                <a:gd name="connsiteY2" fmla="*/ 2554287 h 2554287"/>
                <a:gd name="connsiteX3" fmla="*/ 0 w 2570017"/>
                <a:gd name="connsiteY3" fmla="*/ 2554287 h 2554287"/>
                <a:gd name="connsiteX4" fmla="*/ 633845 w 2570017"/>
                <a:gd name="connsiteY4" fmla="*/ 0 h 2554287"/>
                <a:gd name="connsiteX0" fmla="*/ 675409 w 2611581"/>
                <a:gd name="connsiteY0" fmla="*/ 0 h 2554287"/>
                <a:gd name="connsiteX1" fmla="*/ 2611581 w 2611581"/>
                <a:gd name="connsiteY1" fmla="*/ 0 h 2554287"/>
                <a:gd name="connsiteX2" fmla="*/ 2611581 w 2611581"/>
                <a:gd name="connsiteY2" fmla="*/ 2554287 h 2554287"/>
                <a:gd name="connsiteX3" fmla="*/ 0 w 2611581"/>
                <a:gd name="connsiteY3" fmla="*/ 2554287 h 2554287"/>
                <a:gd name="connsiteX4" fmla="*/ 675409 w 2611581"/>
                <a:gd name="connsiteY4" fmla="*/ 0 h 2554287"/>
                <a:gd name="connsiteX0" fmla="*/ 650979 w 2587151"/>
                <a:gd name="connsiteY0" fmla="*/ 0 h 2554287"/>
                <a:gd name="connsiteX1" fmla="*/ 2587151 w 2587151"/>
                <a:gd name="connsiteY1" fmla="*/ 0 h 2554287"/>
                <a:gd name="connsiteX2" fmla="*/ 2587151 w 2587151"/>
                <a:gd name="connsiteY2" fmla="*/ 2554287 h 2554287"/>
                <a:gd name="connsiteX3" fmla="*/ 0 w 2587151"/>
                <a:gd name="connsiteY3" fmla="*/ 2548595 h 2554287"/>
                <a:gd name="connsiteX4" fmla="*/ 650979 w 2587151"/>
                <a:gd name="connsiteY4" fmla="*/ 0 h 2554287"/>
                <a:gd name="connsiteX0" fmla="*/ 730379 w 2587151"/>
                <a:gd name="connsiteY0" fmla="*/ 5692 h 2554287"/>
                <a:gd name="connsiteX1" fmla="*/ 2587151 w 2587151"/>
                <a:gd name="connsiteY1" fmla="*/ 0 h 2554287"/>
                <a:gd name="connsiteX2" fmla="*/ 2587151 w 2587151"/>
                <a:gd name="connsiteY2" fmla="*/ 2554287 h 2554287"/>
                <a:gd name="connsiteX3" fmla="*/ 0 w 2587151"/>
                <a:gd name="connsiteY3" fmla="*/ 2548595 h 2554287"/>
                <a:gd name="connsiteX4" fmla="*/ 730379 w 2587151"/>
                <a:gd name="connsiteY4" fmla="*/ 5692 h 2554287"/>
                <a:gd name="connsiteX0" fmla="*/ 864750 w 2587151"/>
                <a:gd name="connsiteY0" fmla="*/ 2847 h 2554287"/>
                <a:gd name="connsiteX1" fmla="*/ 2587151 w 2587151"/>
                <a:gd name="connsiteY1" fmla="*/ 0 h 2554287"/>
                <a:gd name="connsiteX2" fmla="*/ 2587151 w 2587151"/>
                <a:gd name="connsiteY2" fmla="*/ 2554287 h 2554287"/>
                <a:gd name="connsiteX3" fmla="*/ 0 w 2587151"/>
                <a:gd name="connsiteY3" fmla="*/ 2548595 h 2554287"/>
                <a:gd name="connsiteX4" fmla="*/ 864750 w 2587151"/>
                <a:gd name="connsiteY4" fmla="*/ 2847 h 2554287"/>
                <a:gd name="connsiteX0" fmla="*/ 883073 w 2587151"/>
                <a:gd name="connsiteY0" fmla="*/ 1 h 2554287"/>
                <a:gd name="connsiteX1" fmla="*/ 2587151 w 2587151"/>
                <a:gd name="connsiteY1" fmla="*/ 0 h 2554287"/>
                <a:gd name="connsiteX2" fmla="*/ 2587151 w 2587151"/>
                <a:gd name="connsiteY2" fmla="*/ 2554287 h 2554287"/>
                <a:gd name="connsiteX3" fmla="*/ 0 w 2587151"/>
                <a:gd name="connsiteY3" fmla="*/ 2548595 h 2554287"/>
                <a:gd name="connsiteX4" fmla="*/ 883073 w 2587151"/>
                <a:gd name="connsiteY4" fmla="*/ 1 h 2554287"/>
                <a:gd name="connsiteX0" fmla="*/ 895288 w 2599366"/>
                <a:gd name="connsiteY0" fmla="*/ 1 h 2554287"/>
                <a:gd name="connsiteX1" fmla="*/ 2599366 w 2599366"/>
                <a:gd name="connsiteY1" fmla="*/ 0 h 2554287"/>
                <a:gd name="connsiteX2" fmla="*/ 2599366 w 2599366"/>
                <a:gd name="connsiteY2" fmla="*/ 2554287 h 2554287"/>
                <a:gd name="connsiteX3" fmla="*/ 0 w 2599366"/>
                <a:gd name="connsiteY3" fmla="*/ 2542904 h 2554287"/>
                <a:gd name="connsiteX4" fmla="*/ 895288 w 2599366"/>
                <a:gd name="connsiteY4" fmla="*/ 1 h 2554287"/>
                <a:gd name="connsiteX0" fmla="*/ 895288 w 2599366"/>
                <a:gd name="connsiteY0" fmla="*/ 1 h 2554287"/>
                <a:gd name="connsiteX1" fmla="*/ 2599366 w 2599366"/>
                <a:gd name="connsiteY1" fmla="*/ 0 h 2554287"/>
                <a:gd name="connsiteX2" fmla="*/ 2599366 w 2599366"/>
                <a:gd name="connsiteY2" fmla="*/ 2554287 h 2554287"/>
                <a:gd name="connsiteX3" fmla="*/ 0 w 2599366"/>
                <a:gd name="connsiteY3" fmla="*/ 2542904 h 2554287"/>
                <a:gd name="connsiteX4" fmla="*/ 895288 w 2599366"/>
                <a:gd name="connsiteY4" fmla="*/ 1 h 2554287"/>
                <a:gd name="connsiteX0" fmla="*/ 895288 w 2611581"/>
                <a:gd name="connsiteY0" fmla="*/ 1 h 2565670"/>
                <a:gd name="connsiteX1" fmla="*/ 2599366 w 2611581"/>
                <a:gd name="connsiteY1" fmla="*/ 0 h 2565670"/>
                <a:gd name="connsiteX2" fmla="*/ 2611581 w 2611581"/>
                <a:gd name="connsiteY2" fmla="*/ 2565670 h 2565670"/>
                <a:gd name="connsiteX3" fmla="*/ 0 w 2611581"/>
                <a:gd name="connsiteY3" fmla="*/ 2542904 h 2565670"/>
                <a:gd name="connsiteX4" fmla="*/ 895288 w 2611581"/>
                <a:gd name="connsiteY4" fmla="*/ 1 h 2565670"/>
                <a:gd name="connsiteX0" fmla="*/ 895288 w 2611581"/>
                <a:gd name="connsiteY0" fmla="*/ 1 h 2565670"/>
                <a:gd name="connsiteX1" fmla="*/ 2599366 w 2611581"/>
                <a:gd name="connsiteY1" fmla="*/ 0 h 2565670"/>
                <a:gd name="connsiteX2" fmla="*/ 2611581 w 2611581"/>
                <a:gd name="connsiteY2" fmla="*/ 2565670 h 2565670"/>
                <a:gd name="connsiteX3" fmla="*/ 0 w 2611581"/>
                <a:gd name="connsiteY3" fmla="*/ 2542904 h 2565670"/>
                <a:gd name="connsiteX4" fmla="*/ 895288 w 2611581"/>
                <a:gd name="connsiteY4" fmla="*/ 1 h 2565670"/>
                <a:gd name="connsiteX0" fmla="*/ 895288 w 2611581"/>
                <a:gd name="connsiteY0" fmla="*/ 1 h 2565670"/>
                <a:gd name="connsiteX1" fmla="*/ 2599366 w 2611581"/>
                <a:gd name="connsiteY1" fmla="*/ 0 h 2565670"/>
                <a:gd name="connsiteX2" fmla="*/ 2611581 w 2611581"/>
                <a:gd name="connsiteY2" fmla="*/ 2565670 h 2565670"/>
                <a:gd name="connsiteX3" fmla="*/ 0 w 2611581"/>
                <a:gd name="connsiteY3" fmla="*/ 2545750 h 2565670"/>
                <a:gd name="connsiteX4" fmla="*/ 895288 w 2611581"/>
                <a:gd name="connsiteY4" fmla="*/ 1 h 2565670"/>
                <a:gd name="connsiteX0" fmla="*/ 1544433 w 3260726"/>
                <a:gd name="connsiteY0" fmla="*/ 1 h 2565670"/>
                <a:gd name="connsiteX1" fmla="*/ 3248511 w 3260726"/>
                <a:gd name="connsiteY1" fmla="*/ 0 h 2565670"/>
                <a:gd name="connsiteX2" fmla="*/ 3260726 w 3260726"/>
                <a:gd name="connsiteY2" fmla="*/ 2565670 h 2565670"/>
                <a:gd name="connsiteX3" fmla="*/ 0 w 3260726"/>
                <a:gd name="connsiteY3" fmla="*/ 2521058 h 2565670"/>
                <a:gd name="connsiteX4" fmla="*/ 1544433 w 3260726"/>
                <a:gd name="connsiteY4" fmla="*/ 1 h 2565670"/>
                <a:gd name="connsiteX0" fmla="*/ 921784 w 3260726"/>
                <a:gd name="connsiteY0" fmla="*/ 12347 h 2565670"/>
                <a:gd name="connsiteX1" fmla="*/ 3248511 w 3260726"/>
                <a:gd name="connsiteY1" fmla="*/ 0 h 2565670"/>
                <a:gd name="connsiteX2" fmla="*/ 3260726 w 3260726"/>
                <a:gd name="connsiteY2" fmla="*/ 2565670 h 2565670"/>
                <a:gd name="connsiteX3" fmla="*/ 0 w 3260726"/>
                <a:gd name="connsiteY3" fmla="*/ 2521058 h 2565670"/>
                <a:gd name="connsiteX4" fmla="*/ 921784 w 3260726"/>
                <a:gd name="connsiteY4" fmla="*/ 12347 h 2565670"/>
                <a:gd name="connsiteX0" fmla="*/ 921784 w 3260726"/>
                <a:gd name="connsiteY0" fmla="*/ 12347 h 2565670"/>
                <a:gd name="connsiteX1" fmla="*/ 2321160 w 3260726"/>
                <a:gd name="connsiteY1" fmla="*/ 0 h 2565670"/>
                <a:gd name="connsiteX2" fmla="*/ 3260726 w 3260726"/>
                <a:gd name="connsiteY2" fmla="*/ 2565670 h 2565670"/>
                <a:gd name="connsiteX3" fmla="*/ 0 w 3260726"/>
                <a:gd name="connsiteY3" fmla="*/ 2521058 h 2565670"/>
                <a:gd name="connsiteX4" fmla="*/ 921784 w 3260726"/>
                <a:gd name="connsiteY4" fmla="*/ 12347 h 2565670"/>
                <a:gd name="connsiteX0" fmla="*/ 921784 w 2322228"/>
                <a:gd name="connsiteY0" fmla="*/ 12347 h 2565670"/>
                <a:gd name="connsiteX1" fmla="*/ 2321160 w 2322228"/>
                <a:gd name="connsiteY1" fmla="*/ 0 h 2565670"/>
                <a:gd name="connsiteX2" fmla="*/ 2320129 w 2322228"/>
                <a:gd name="connsiteY2" fmla="*/ 2565670 h 2565670"/>
                <a:gd name="connsiteX3" fmla="*/ 0 w 2322228"/>
                <a:gd name="connsiteY3" fmla="*/ 2521058 h 2565670"/>
                <a:gd name="connsiteX4" fmla="*/ 921784 w 2322228"/>
                <a:gd name="connsiteY4" fmla="*/ 12347 h 2565670"/>
                <a:gd name="connsiteX0" fmla="*/ 921784 w 2322228"/>
                <a:gd name="connsiteY0" fmla="*/ 0 h 2571841"/>
                <a:gd name="connsiteX1" fmla="*/ 2321160 w 2322228"/>
                <a:gd name="connsiteY1" fmla="*/ 6171 h 2571841"/>
                <a:gd name="connsiteX2" fmla="*/ 2320129 w 2322228"/>
                <a:gd name="connsiteY2" fmla="*/ 2571841 h 2571841"/>
                <a:gd name="connsiteX3" fmla="*/ 0 w 2322228"/>
                <a:gd name="connsiteY3" fmla="*/ 2527229 h 2571841"/>
                <a:gd name="connsiteX4" fmla="*/ 921784 w 2322228"/>
                <a:gd name="connsiteY4" fmla="*/ 0 h 2571841"/>
                <a:gd name="connsiteX0" fmla="*/ 921784 w 2611583"/>
                <a:gd name="connsiteY0" fmla="*/ 0 h 2540977"/>
                <a:gd name="connsiteX1" fmla="*/ 2321160 w 2611583"/>
                <a:gd name="connsiteY1" fmla="*/ 6171 h 2540977"/>
                <a:gd name="connsiteX2" fmla="*/ 2611583 w 2611583"/>
                <a:gd name="connsiteY2" fmla="*/ 2540977 h 2540977"/>
                <a:gd name="connsiteX3" fmla="*/ 0 w 2611583"/>
                <a:gd name="connsiteY3" fmla="*/ 2527229 h 2540977"/>
                <a:gd name="connsiteX4" fmla="*/ 921784 w 2611583"/>
                <a:gd name="connsiteY4" fmla="*/ 0 h 2540977"/>
                <a:gd name="connsiteX0" fmla="*/ 921784 w 2611583"/>
                <a:gd name="connsiteY0" fmla="*/ 2 h 2540979"/>
                <a:gd name="connsiteX1" fmla="*/ 2572870 w 2611583"/>
                <a:gd name="connsiteY1" fmla="*/ 0 h 2540979"/>
                <a:gd name="connsiteX2" fmla="*/ 2611583 w 2611583"/>
                <a:gd name="connsiteY2" fmla="*/ 2540979 h 2540979"/>
                <a:gd name="connsiteX3" fmla="*/ 0 w 2611583"/>
                <a:gd name="connsiteY3" fmla="*/ 2527231 h 2540979"/>
                <a:gd name="connsiteX4" fmla="*/ 921784 w 2611583"/>
                <a:gd name="connsiteY4" fmla="*/ 2 h 2540979"/>
                <a:gd name="connsiteX0" fmla="*/ 921784 w 2705467"/>
                <a:gd name="connsiteY0" fmla="*/ 0 h 2540977"/>
                <a:gd name="connsiteX1" fmla="*/ 2705349 w 2705467"/>
                <a:gd name="connsiteY1" fmla="*/ 6171 h 2540977"/>
                <a:gd name="connsiteX2" fmla="*/ 2611583 w 2705467"/>
                <a:gd name="connsiteY2" fmla="*/ 2540977 h 2540977"/>
                <a:gd name="connsiteX3" fmla="*/ 0 w 2705467"/>
                <a:gd name="connsiteY3" fmla="*/ 2527229 h 2540977"/>
                <a:gd name="connsiteX4" fmla="*/ 921784 w 2705467"/>
                <a:gd name="connsiteY4" fmla="*/ 0 h 2540977"/>
                <a:gd name="connsiteX0" fmla="*/ 921784 w 2718702"/>
                <a:gd name="connsiteY0" fmla="*/ 2 h 2540979"/>
                <a:gd name="connsiteX1" fmla="*/ 2718597 w 2718702"/>
                <a:gd name="connsiteY1" fmla="*/ 0 h 2540979"/>
                <a:gd name="connsiteX2" fmla="*/ 2611583 w 2718702"/>
                <a:gd name="connsiteY2" fmla="*/ 2540979 h 2540979"/>
                <a:gd name="connsiteX3" fmla="*/ 0 w 2718702"/>
                <a:gd name="connsiteY3" fmla="*/ 2527231 h 2540979"/>
                <a:gd name="connsiteX4" fmla="*/ 921784 w 2718702"/>
                <a:gd name="connsiteY4" fmla="*/ 2 h 2540979"/>
                <a:gd name="connsiteX0" fmla="*/ 921784 w 2679012"/>
                <a:gd name="connsiteY0" fmla="*/ 0 h 2540977"/>
                <a:gd name="connsiteX1" fmla="*/ 2678853 w 2679012"/>
                <a:gd name="connsiteY1" fmla="*/ 6171 h 2540977"/>
                <a:gd name="connsiteX2" fmla="*/ 2611583 w 2679012"/>
                <a:gd name="connsiteY2" fmla="*/ 2540977 h 2540977"/>
                <a:gd name="connsiteX3" fmla="*/ 0 w 2679012"/>
                <a:gd name="connsiteY3" fmla="*/ 2527229 h 2540977"/>
                <a:gd name="connsiteX4" fmla="*/ 921784 w 2679012"/>
                <a:gd name="connsiteY4" fmla="*/ 0 h 2540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012" h="2540977">
                  <a:moveTo>
                    <a:pt x="921784" y="0"/>
                  </a:moveTo>
                  <a:lnTo>
                    <a:pt x="2678853" y="6171"/>
                  </a:lnTo>
                  <a:cubicBezTo>
                    <a:pt x="2682925" y="861394"/>
                    <a:pt x="2607511" y="1685754"/>
                    <a:pt x="2611583" y="2540977"/>
                  </a:cubicBezTo>
                  <a:lnTo>
                    <a:pt x="0" y="2527229"/>
                  </a:lnTo>
                  <a:lnTo>
                    <a:pt x="921784" y="0"/>
                  </a:lnTo>
                  <a:close/>
                </a:path>
              </a:pathLst>
            </a:custGeom>
            <a:blipFill rotWithShape="0">
              <a:blip r:embed="rId2">
                <a:duotone>
                  <a:schemeClr val="bg2">
                    <a:shade val="76000"/>
                    <a:satMod val="180000"/>
                  </a:schemeClr>
                  <a:schemeClr val="bg2">
                    <a:tint val="80000"/>
                    <a:satMod val="120000"/>
                    <a:lumMod val="180000"/>
                  </a:schemeClr>
                </a:duotone>
              </a:blip>
              <a:stretch>
                <a:fillRect l="-114598" r="-265621" b="-28686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 useBgFill="1">
          <p:nvSpPr>
            <p:cNvPr id="13" name="Rectangle 20">
              <a:extLst>
                <a:ext uri="{FF2B5EF4-FFF2-40B4-BE49-F238E27FC236}">
                  <a16:creationId xmlns:a16="http://schemas.microsoft.com/office/drawing/2014/main" id="{03DB1AC6-5430-4CD3-BD83-86E675A11A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white">
            <a:xfrm>
              <a:off x="2211875" y="5257482"/>
              <a:ext cx="2586931" cy="1619837"/>
            </a:xfrm>
            <a:custGeom>
              <a:avLst/>
              <a:gdLst>
                <a:gd name="connsiteX0" fmla="*/ 0 w 2611581"/>
                <a:gd name="connsiteY0" fmla="*/ 0 h 4303713"/>
                <a:gd name="connsiteX1" fmla="*/ 2611581 w 2611581"/>
                <a:gd name="connsiteY1" fmla="*/ 0 h 4303713"/>
                <a:gd name="connsiteX2" fmla="*/ 2611581 w 2611581"/>
                <a:gd name="connsiteY2" fmla="*/ 4303713 h 4303713"/>
                <a:gd name="connsiteX3" fmla="*/ 0 w 2611581"/>
                <a:gd name="connsiteY3" fmla="*/ 4303713 h 4303713"/>
                <a:gd name="connsiteX4" fmla="*/ 0 w 2611581"/>
                <a:gd name="connsiteY4" fmla="*/ 0 h 4303713"/>
                <a:gd name="connsiteX0" fmla="*/ 0 w 2611581"/>
                <a:gd name="connsiteY0" fmla="*/ 0 h 4314104"/>
                <a:gd name="connsiteX1" fmla="*/ 2611581 w 2611581"/>
                <a:gd name="connsiteY1" fmla="*/ 0 h 4314104"/>
                <a:gd name="connsiteX2" fmla="*/ 2611581 w 2611581"/>
                <a:gd name="connsiteY2" fmla="*/ 4303713 h 4314104"/>
                <a:gd name="connsiteX3" fmla="*/ 1693718 w 2611581"/>
                <a:gd name="connsiteY3" fmla="*/ 4314104 h 4314104"/>
                <a:gd name="connsiteX4" fmla="*/ 0 w 2611581"/>
                <a:gd name="connsiteY4" fmla="*/ 0 h 4314104"/>
                <a:gd name="connsiteX0" fmla="*/ 0 w 2611581"/>
                <a:gd name="connsiteY0" fmla="*/ 0 h 4314104"/>
                <a:gd name="connsiteX1" fmla="*/ 2611581 w 2611581"/>
                <a:gd name="connsiteY1" fmla="*/ 0 h 4314104"/>
                <a:gd name="connsiteX2" fmla="*/ 2611581 w 2611581"/>
                <a:gd name="connsiteY2" fmla="*/ 4303713 h 4314104"/>
                <a:gd name="connsiteX3" fmla="*/ 1963882 w 2611581"/>
                <a:gd name="connsiteY3" fmla="*/ 4314104 h 4314104"/>
                <a:gd name="connsiteX4" fmla="*/ 0 w 2611581"/>
                <a:gd name="connsiteY4" fmla="*/ 0 h 4314104"/>
                <a:gd name="connsiteX0" fmla="*/ 0 w 2611581"/>
                <a:gd name="connsiteY0" fmla="*/ 0 h 4303713"/>
                <a:gd name="connsiteX1" fmla="*/ 2611581 w 2611581"/>
                <a:gd name="connsiteY1" fmla="*/ 0 h 4303713"/>
                <a:gd name="connsiteX2" fmla="*/ 2611581 w 2611581"/>
                <a:gd name="connsiteY2" fmla="*/ 4303713 h 4303713"/>
                <a:gd name="connsiteX3" fmla="*/ 2213264 w 2611581"/>
                <a:gd name="connsiteY3" fmla="*/ 4293322 h 4303713"/>
                <a:gd name="connsiteX4" fmla="*/ 0 w 2611581"/>
                <a:gd name="connsiteY4" fmla="*/ 0 h 4303713"/>
                <a:gd name="connsiteX0" fmla="*/ 0 w 2611581"/>
                <a:gd name="connsiteY0" fmla="*/ 0 h 4303713"/>
                <a:gd name="connsiteX1" fmla="*/ 2611581 w 2611581"/>
                <a:gd name="connsiteY1" fmla="*/ 0 h 4303713"/>
                <a:gd name="connsiteX2" fmla="*/ 2611581 w 2611581"/>
                <a:gd name="connsiteY2" fmla="*/ 4303713 h 4303713"/>
                <a:gd name="connsiteX3" fmla="*/ 2171701 w 2611581"/>
                <a:gd name="connsiteY3" fmla="*/ 3638695 h 4303713"/>
                <a:gd name="connsiteX4" fmla="*/ 0 w 2611581"/>
                <a:gd name="connsiteY4" fmla="*/ 0 h 4303713"/>
                <a:gd name="connsiteX0" fmla="*/ 0 w 2720934"/>
                <a:gd name="connsiteY0" fmla="*/ 268283 h 4303713"/>
                <a:gd name="connsiteX1" fmla="*/ 2720934 w 2720934"/>
                <a:gd name="connsiteY1" fmla="*/ 0 h 4303713"/>
                <a:gd name="connsiteX2" fmla="*/ 2720934 w 2720934"/>
                <a:gd name="connsiteY2" fmla="*/ 4303713 h 4303713"/>
                <a:gd name="connsiteX3" fmla="*/ 2281054 w 2720934"/>
                <a:gd name="connsiteY3" fmla="*/ 3638695 h 4303713"/>
                <a:gd name="connsiteX4" fmla="*/ 0 w 2720934"/>
                <a:gd name="connsiteY4" fmla="*/ 268283 h 4303713"/>
                <a:gd name="connsiteX0" fmla="*/ 0 w 2720934"/>
                <a:gd name="connsiteY0" fmla="*/ 268283 h 4303713"/>
                <a:gd name="connsiteX1" fmla="*/ 2720934 w 2720934"/>
                <a:gd name="connsiteY1" fmla="*/ 0 h 4303713"/>
                <a:gd name="connsiteX2" fmla="*/ 2720934 w 2720934"/>
                <a:gd name="connsiteY2" fmla="*/ 4303713 h 4303713"/>
                <a:gd name="connsiteX3" fmla="*/ 2264231 w 2720934"/>
                <a:gd name="connsiteY3" fmla="*/ 3717600 h 4303713"/>
                <a:gd name="connsiteX4" fmla="*/ 0 w 2720934"/>
                <a:gd name="connsiteY4" fmla="*/ 268283 h 4303713"/>
                <a:gd name="connsiteX0" fmla="*/ 0 w 2720934"/>
                <a:gd name="connsiteY0" fmla="*/ 268283 h 4335275"/>
                <a:gd name="connsiteX1" fmla="*/ 2720934 w 2720934"/>
                <a:gd name="connsiteY1" fmla="*/ 0 h 4335275"/>
                <a:gd name="connsiteX2" fmla="*/ 2653639 w 2720934"/>
                <a:gd name="connsiteY2" fmla="*/ 4335275 h 4335275"/>
                <a:gd name="connsiteX3" fmla="*/ 2264231 w 2720934"/>
                <a:gd name="connsiteY3" fmla="*/ 3717600 h 4335275"/>
                <a:gd name="connsiteX4" fmla="*/ 0 w 2720934"/>
                <a:gd name="connsiteY4" fmla="*/ 268283 h 4335275"/>
                <a:gd name="connsiteX0" fmla="*/ 0 w 2737757"/>
                <a:gd name="connsiteY0" fmla="*/ 236721 h 4335275"/>
                <a:gd name="connsiteX1" fmla="*/ 2737757 w 2737757"/>
                <a:gd name="connsiteY1" fmla="*/ 0 h 4335275"/>
                <a:gd name="connsiteX2" fmla="*/ 2670462 w 2737757"/>
                <a:gd name="connsiteY2" fmla="*/ 4335275 h 4335275"/>
                <a:gd name="connsiteX3" fmla="*/ 2281054 w 2737757"/>
                <a:gd name="connsiteY3" fmla="*/ 3717600 h 4335275"/>
                <a:gd name="connsiteX4" fmla="*/ 0 w 2737757"/>
                <a:gd name="connsiteY4" fmla="*/ 236721 h 4335275"/>
                <a:gd name="connsiteX0" fmla="*/ 0 w 2729346"/>
                <a:gd name="connsiteY0" fmla="*/ 0 h 4098554"/>
                <a:gd name="connsiteX1" fmla="*/ 2729346 w 2729346"/>
                <a:gd name="connsiteY1" fmla="*/ 126250 h 4098554"/>
                <a:gd name="connsiteX2" fmla="*/ 2670462 w 2729346"/>
                <a:gd name="connsiteY2" fmla="*/ 4098554 h 4098554"/>
                <a:gd name="connsiteX3" fmla="*/ 2281054 w 2729346"/>
                <a:gd name="connsiteY3" fmla="*/ 3480879 h 4098554"/>
                <a:gd name="connsiteX4" fmla="*/ 0 w 2729346"/>
                <a:gd name="connsiteY4" fmla="*/ 0 h 4098554"/>
                <a:gd name="connsiteX0" fmla="*/ 0 w 2720934"/>
                <a:gd name="connsiteY0" fmla="*/ 0 h 4098554"/>
                <a:gd name="connsiteX1" fmla="*/ 2720934 w 2720934"/>
                <a:gd name="connsiteY1" fmla="*/ 31562 h 4098554"/>
                <a:gd name="connsiteX2" fmla="*/ 2670462 w 2720934"/>
                <a:gd name="connsiteY2" fmla="*/ 4098554 h 4098554"/>
                <a:gd name="connsiteX3" fmla="*/ 2281054 w 2720934"/>
                <a:gd name="connsiteY3" fmla="*/ 3480879 h 4098554"/>
                <a:gd name="connsiteX4" fmla="*/ 0 w 2720934"/>
                <a:gd name="connsiteY4" fmla="*/ 0 h 4098554"/>
                <a:gd name="connsiteX0" fmla="*/ 0 w 2720934"/>
                <a:gd name="connsiteY0" fmla="*/ 15782 h 4114336"/>
                <a:gd name="connsiteX1" fmla="*/ 2720934 w 2720934"/>
                <a:gd name="connsiteY1" fmla="*/ 0 h 4114336"/>
                <a:gd name="connsiteX2" fmla="*/ 2670462 w 2720934"/>
                <a:gd name="connsiteY2" fmla="*/ 4114336 h 4114336"/>
                <a:gd name="connsiteX3" fmla="*/ 2281054 w 2720934"/>
                <a:gd name="connsiteY3" fmla="*/ 3496661 h 4114336"/>
                <a:gd name="connsiteX4" fmla="*/ 0 w 2720934"/>
                <a:gd name="connsiteY4" fmla="*/ 15782 h 4114336"/>
                <a:gd name="connsiteX0" fmla="*/ 0 w 2820289"/>
                <a:gd name="connsiteY0" fmla="*/ 15782 h 4114336"/>
                <a:gd name="connsiteX1" fmla="*/ 2820289 w 2820289"/>
                <a:gd name="connsiteY1" fmla="*/ 0 h 4114336"/>
                <a:gd name="connsiteX2" fmla="*/ 2769817 w 2820289"/>
                <a:gd name="connsiteY2" fmla="*/ 4114336 h 4114336"/>
                <a:gd name="connsiteX3" fmla="*/ 2380409 w 2820289"/>
                <a:gd name="connsiteY3" fmla="*/ 3496661 h 4114336"/>
                <a:gd name="connsiteX4" fmla="*/ 0 w 2820289"/>
                <a:gd name="connsiteY4" fmla="*/ 15782 h 4114336"/>
                <a:gd name="connsiteX0" fmla="*/ 0 w 2820289"/>
                <a:gd name="connsiteY0" fmla="*/ 15782 h 4114336"/>
                <a:gd name="connsiteX1" fmla="*/ 2820289 w 2820289"/>
                <a:gd name="connsiteY1" fmla="*/ 0 h 4114336"/>
                <a:gd name="connsiteX2" fmla="*/ 2769817 w 2820289"/>
                <a:gd name="connsiteY2" fmla="*/ 4114336 h 4114336"/>
                <a:gd name="connsiteX3" fmla="*/ 2362876 w 2820289"/>
                <a:gd name="connsiteY3" fmla="*/ 3517980 h 4114336"/>
                <a:gd name="connsiteX4" fmla="*/ 0 w 2820289"/>
                <a:gd name="connsiteY4" fmla="*/ 15782 h 4114336"/>
                <a:gd name="connsiteX0" fmla="*/ 0 w 2820289"/>
                <a:gd name="connsiteY0" fmla="*/ 15782 h 4114336"/>
                <a:gd name="connsiteX1" fmla="*/ 2820289 w 2820289"/>
                <a:gd name="connsiteY1" fmla="*/ 0 h 4114336"/>
                <a:gd name="connsiteX2" fmla="*/ 2763972 w 2820289"/>
                <a:gd name="connsiteY2" fmla="*/ 4114336 h 4114336"/>
                <a:gd name="connsiteX3" fmla="*/ 2362876 w 2820289"/>
                <a:gd name="connsiteY3" fmla="*/ 3517980 h 4114336"/>
                <a:gd name="connsiteX4" fmla="*/ 0 w 2820289"/>
                <a:gd name="connsiteY4" fmla="*/ 15782 h 4114336"/>
                <a:gd name="connsiteX0" fmla="*/ 0 w 3721149"/>
                <a:gd name="connsiteY0" fmla="*/ 0 h 4269703"/>
                <a:gd name="connsiteX1" fmla="*/ 3721149 w 3721149"/>
                <a:gd name="connsiteY1" fmla="*/ 155367 h 4269703"/>
                <a:gd name="connsiteX2" fmla="*/ 3664832 w 3721149"/>
                <a:gd name="connsiteY2" fmla="*/ 4269703 h 4269703"/>
                <a:gd name="connsiteX3" fmla="*/ 3263736 w 3721149"/>
                <a:gd name="connsiteY3" fmla="*/ 3673347 h 4269703"/>
                <a:gd name="connsiteX4" fmla="*/ 0 w 3721149"/>
                <a:gd name="connsiteY4" fmla="*/ 0 h 4269703"/>
                <a:gd name="connsiteX0" fmla="*/ 0 w 3721149"/>
                <a:gd name="connsiteY0" fmla="*/ 0 h 4289488"/>
                <a:gd name="connsiteX1" fmla="*/ 3721149 w 3721149"/>
                <a:gd name="connsiteY1" fmla="*/ 155367 h 4289488"/>
                <a:gd name="connsiteX2" fmla="*/ 3664832 w 3721149"/>
                <a:gd name="connsiteY2" fmla="*/ 4269703 h 4289488"/>
                <a:gd name="connsiteX3" fmla="*/ 1705997 w 3721149"/>
                <a:gd name="connsiteY3" fmla="*/ 4289488 h 4289488"/>
                <a:gd name="connsiteX4" fmla="*/ 0 w 3721149"/>
                <a:gd name="connsiteY4" fmla="*/ 0 h 4289488"/>
                <a:gd name="connsiteX0" fmla="*/ 0 w 3664846"/>
                <a:gd name="connsiteY0" fmla="*/ 15785 h 4305273"/>
                <a:gd name="connsiteX1" fmla="*/ 3664846 w 3664846"/>
                <a:gd name="connsiteY1" fmla="*/ 0 h 4305273"/>
                <a:gd name="connsiteX2" fmla="*/ 3664832 w 3664846"/>
                <a:gd name="connsiteY2" fmla="*/ 4285488 h 4305273"/>
                <a:gd name="connsiteX3" fmla="*/ 1705997 w 3664846"/>
                <a:gd name="connsiteY3" fmla="*/ 4305273 h 4305273"/>
                <a:gd name="connsiteX4" fmla="*/ 0 w 3664846"/>
                <a:gd name="connsiteY4" fmla="*/ 15785 h 43052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64846" h="4305273">
                  <a:moveTo>
                    <a:pt x="0" y="15785"/>
                  </a:moveTo>
                  <a:lnTo>
                    <a:pt x="3664846" y="0"/>
                  </a:lnTo>
                  <a:cubicBezTo>
                    <a:pt x="3664841" y="1428496"/>
                    <a:pt x="3664837" y="2856992"/>
                    <a:pt x="3664832" y="4285488"/>
                  </a:cubicBezTo>
                  <a:lnTo>
                    <a:pt x="1705997" y="4305273"/>
                  </a:lnTo>
                  <a:lnTo>
                    <a:pt x="0" y="15785"/>
                  </a:lnTo>
                  <a:close/>
                </a:path>
              </a:pathLst>
            </a:custGeom>
            <a:blipFill rotWithShape="0">
              <a:blip r:embed="rId2">
                <a:duotone>
                  <a:schemeClr val="bg2">
                    <a:shade val="76000"/>
                    <a:satMod val="180000"/>
                  </a:schemeClr>
                  <a:schemeClr val="bg2">
                    <a:tint val="80000"/>
                    <a:satMod val="120000"/>
                    <a:lumMod val="180000"/>
                  </a:schemeClr>
                </a:duotone>
              </a:blip>
              <a:stretch>
                <a:fillRect l="-163116" t="-323529" r="-398251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8326E10-C8CB-487F-A110-F861268DE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360612" y="0"/>
            <a:ext cx="2436813" cy="6858001"/>
            <a:chOff x="1320800" y="0"/>
            <a:chExt cx="2436813" cy="6858001"/>
          </a:xfrm>
        </p:grpSpPr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3279962B-46D2-4E19-B632-39B80D1E80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7" name="Freeform 7">
              <a:extLst>
                <a:ext uri="{FF2B5EF4-FFF2-40B4-BE49-F238E27FC236}">
                  <a16:creationId xmlns:a16="http://schemas.microsoft.com/office/drawing/2014/main" id="{321A335A-53CB-4C17-AB51-5D9C2DCB45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8" name="Freeform 8">
              <a:extLst>
                <a:ext uri="{FF2B5EF4-FFF2-40B4-BE49-F238E27FC236}">
                  <a16:creationId xmlns:a16="http://schemas.microsoft.com/office/drawing/2014/main" id="{A0E0D557-405B-469F-AEDE-4E3404AA41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9" name="Freeform 9">
              <a:extLst>
                <a:ext uri="{FF2B5EF4-FFF2-40B4-BE49-F238E27FC236}">
                  <a16:creationId xmlns:a16="http://schemas.microsoft.com/office/drawing/2014/main" id="{D8D4E62F-9393-40A6-9E85-9F3B59C462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FABD11B1-DE89-45BC-8204-968C88AADC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AFA4965A-1FBC-44B8-B96A-3F5275C3AE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F06E33A-57E3-AE45-05F2-958E2CF37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2399" y="685800"/>
            <a:ext cx="7345891" cy="1413933"/>
          </a:xfrm>
        </p:spPr>
        <p:txBody>
          <a:bodyPr>
            <a:normAutofit/>
          </a:bodyPr>
          <a:lstStyle/>
          <a:p>
            <a:r>
              <a:rPr lang="en-US" b="1">
                <a:latin typeface="Angsana New"/>
                <a:cs typeface="Angsana New"/>
              </a:rPr>
              <a:t>Data &amp; Tools</a:t>
            </a:r>
          </a:p>
        </p:txBody>
      </p:sp>
      <p:pic>
        <p:nvPicPr>
          <p:cNvPr id="5" name="Picture 4" descr="Graph">
            <a:extLst>
              <a:ext uri="{FF2B5EF4-FFF2-40B4-BE49-F238E27FC236}">
                <a16:creationId xmlns:a16="http://schemas.microsoft.com/office/drawing/2014/main" id="{D5CC282C-175E-EA62-535D-24BDF5B09A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982" r="35495" b="4"/>
          <a:stretch>
            <a:fillRect/>
          </a:stretch>
        </p:blipFill>
        <p:spPr>
          <a:xfrm>
            <a:off x="20" y="10"/>
            <a:ext cx="3459143" cy="6857990"/>
          </a:xfrm>
          <a:custGeom>
            <a:avLst/>
            <a:gdLst/>
            <a:ahLst/>
            <a:cxnLst/>
            <a:rect l="l" t="t" r="r" b="b"/>
            <a:pathLst>
              <a:path w="3458633" h="6858000">
                <a:moveTo>
                  <a:pt x="0" y="0"/>
                </a:moveTo>
                <a:lnTo>
                  <a:pt x="3174999" y="0"/>
                </a:lnTo>
                <a:lnTo>
                  <a:pt x="2294466" y="5223932"/>
                </a:lnTo>
                <a:lnTo>
                  <a:pt x="3458633" y="6853767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ln w="38100">
            <a:noFill/>
          </a:ln>
          <a:effectLst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2787F-50D3-FD51-4E78-D58F700E32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3867" y="2048933"/>
            <a:ext cx="7659156" cy="3742267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000"/>
              <a:t>Dataset: Historical e-commerce sales data</a:t>
            </a:r>
          </a:p>
          <a:p>
            <a:pPr>
              <a:lnSpc>
                <a:spcPct val="90000"/>
              </a:lnSpc>
              <a:buClr>
                <a:srgbClr val="1287C3"/>
              </a:buClr>
            </a:pPr>
            <a:r>
              <a:rPr lang="en-US" sz="2000">
                <a:ea typeface="+mn-lt"/>
                <a:cs typeface="+mn-lt"/>
              </a:rPr>
              <a:t>Orders, customers, products, sales, quantity, discount, profit, shipping and regional information</a:t>
            </a:r>
            <a:endParaRPr lang="en-US" sz="2000"/>
          </a:p>
          <a:p>
            <a:pPr>
              <a:lnSpc>
                <a:spcPct val="90000"/>
              </a:lnSpc>
              <a:buClr>
                <a:srgbClr val="1287C3"/>
              </a:buClr>
            </a:pPr>
            <a:r>
              <a:rPr lang="en-US" sz="2000">
                <a:ea typeface="+mn-lt"/>
                <a:cs typeface="+mn-lt"/>
              </a:rPr>
              <a:t>Excel- Data Cleaning  and </a:t>
            </a:r>
            <a:r>
              <a:rPr lang="en-US" sz="2000" err="1">
                <a:ea typeface="+mn-lt"/>
                <a:cs typeface="+mn-lt"/>
              </a:rPr>
              <a:t>Prepartion</a:t>
            </a:r>
          </a:p>
          <a:p>
            <a:pPr>
              <a:lnSpc>
                <a:spcPct val="90000"/>
              </a:lnSpc>
              <a:buClr>
                <a:srgbClr val="1287C3"/>
              </a:buClr>
            </a:pPr>
            <a:r>
              <a:rPr lang="en-US" sz="2000">
                <a:ea typeface="+mn-lt"/>
                <a:cs typeface="+mn-lt"/>
              </a:rPr>
              <a:t>MySQL:  SQL analysis</a:t>
            </a:r>
            <a:endParaRPr lang="en-US" sz="2000"/>
          </a:p>
          <a:p>
            <a:pPr>
              <a:lnSpc>
                <a:spcPct val="90000"/>
              </a:lnSpc>
              <a:buClr>
                <a:srgbClr val="1287C3"/>
              </a:buClr>
            </a:pPr>
            <a:r>
              <a:rPr lang="en-US" sz="2000">
                <a:ea typeface="+mn-lt"/>
                <a:cs typeface="+mn-lt"/>
              </a:rPr>
              <a:t>Tableau: Dashboards and data visualization</a:t>
            </a:r>
            <a:endParaRPr lang="en-US" sz="2000"/>
          </a:p>
          <a:p>
            <a:pPr>
              <a:lnSpc>
                <a:spcPct val="90000"/>
              </a:lnSpc>
              <a:buClr>
                <a:srgbClr val="1287C3"/>
              </a:buClr>
            </a:pPr>
            <a:r>
              <a:rPr lang="en-US" sz="2000">
                <a:ea typeface="+mn-lt"/>
                <a:cs typeface="+mn-lt"/>
              </a:rPr>
              <a:t>Microsoft Word: Project documentation</a:t>
            </a:r>
            <a:endParaRPr lang="en-US" sz="2000"/>
          </a:p>
          <a:p>
            <a:pPr>
              <a:lnSpc>
                <a:spcPct val="90000"/>
              </a:lnSpc>
              <a:buClr>
                <a:srgbClr val="1287C3"/>
              </a:buClr>
            </a:pPr>
            <a:r>
              <a:rPr lang="en-US" sz="2000">
                <a:ea typeface="+mn-lt"/>
                <a:cs typeface="+mn-lt"/>
              </a:rPr>
              <a:t>Microsoft PowerPoint : Project presentation</a:t>
            </a:r>
            <a:endParaRPr lang="en-US" sz="2000"/>
          </a:p>
          <a:p>
            <a:pPr>
              <a:lnSpc>
                <a:spcPct val="90000"/>
              </a:lnSpc>
              <a:buClr>
                <a:srgbClr val="1287C3"/>
              </a:buClr>
            </a:pPr>
            <a:r>
              <a:rPr lang="en-US" sz="2000">
                <a:ea typeface="+mn-lt"/>
                <a:cs typeface="+mn-lt"/>
              </a:rPr>
              <a:t>GitHub: Project portfolio and file storage</a:t>
            </a:r>
            <a:endParaRPr lang="en-US" sz="2000"/>
          </a:p>
          <a:p>
            <a:pPr>
              <a:lnSpc>
                <a:spcPct val="90000"/>
              </a:lnSpc>
              <a:buClr>
                <a:srgbClr val="1287C3"/>
              </a:buClr>
            </a:pPr>
            <a:endParaRPr lang="en-US" sz="2000"/>
          </a:p>
          <a:p>
            <a:pPr>
              <a:lnSpc>
                <a:spcPct val="90000"/>
              </a:lnSpc>
              <a:buClr>
                <a:srgbClr val="1287C3"/>
              </a:buClr>
            </a:pP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13917463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4C52C56-BEF2-4E22-8C8E-A7AC96B03A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2285737-90EE-47DC-AC80-8AE156B11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-1" y="-1"/>
            <a:ext cx="4403709" cy="6858001"/>
          </a:xfrm>
          <a:custGeom>
            <a:avLst/>
            <a:gdLst>
              <a:gd name="connsiteX0" fmla="*/ 3223890 w 4403709"/>
              <a:gd name="connsiteY0" fmla="*/ 6858001 h 6858001"/>
              <a:gd name="connsiteX1" fmla="*/ 4101908 w 4403709"/>
              <a:gd name="connsiteY1" fmla="*/ 6858001 h 6858001"/>
              <a:gd name="connsiteX2" fmla="*/ 3254950 w 4403709"/>
              <a:gd name="connsiteY2" fmla="*/ 1599356 h 6858001"/>
              <a:gd name="connsiteX3" fmla="*/ 3254950 w 4403709"/>
              <a:gd name="connsiteY3" fmla="*/ 1594062 h 6858001"/>
              <a:gd name="connsiteX4" fmla="*/ 4403709 w 4403709"/>
              <a:gd name="connsiteY4" fmla="*/ 0 h 6858001"/>
              <a:gd name="connsiteX5" fmla="*/ 3254950 w 4403709"/>
              <a:gd name="connsiteY5" fmla="*/ 0 h 6858001"/>
              <a:gd name="connsiteX6" fmla="*/ 2903520 w 4403709"/>
              <a:gd name="connsiteY6" fmla="*/ 0 h 6858001"/>
              <a:gd name="connsiteX7" fmla="*/ 0 w 4403709"/>
              <a:gd name="connsiteY7" fmla="*/ 0 h 6858001"/>
              <a:gd name="connsiteX8" fmla="*/ 0 w 4403709"/>
              <a:gd name="connsiteY8" fmla="*/ 6858000 h 6858001"/>
              <a:gd name="connsiteX9" fmla="*/ 3223890 w 4403709"/>
              <a:gd name="connsiteY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03709" h="6858001">
                <a:moveTo>
                  <a:pt x="3223890" y="6858001"/>
                </a:moveTo>
                <a:lnTo>
                  <a:pt x="4101908" y="6858001"/>
                </a:lnTo>
                <a:lnTo>
                  <a:pt x="3254950" y="1599356"/>
                </a:lnTo>
                <a:lnTo>
                  <a:pt x="3254950" y="1594062"/>
                </a:lnTo>
                <a:lnTo>
                  <a:pt x="4403709" y="0"/>
                </a:lnTo>
                <a:lnTo>
                  <a:pt x="3254950" y="0"/>
                </a:lnTo>
                <a:lnTo>
                  <a:pt x="2903520" y="0"/>
                </a:lnTo>
                <a:lnTo>
                  <a:pt x="0" y="0"/>
                </a:lnTo>
                <a:lnTo>
                  <a:pt x="0" y="6858000"/>
                </a:lnTo>
                <a:lnTo>
                  <a:pt x="322389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4B4457-D0A1-95E8-3F0C-F3BE3D140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021" y="685800"/>
            <a:ext cx="2639962" cy="51054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  <a:latin typeface="Angsana New"/>
                <a:cs typeface="Angsana New"/>
              </a:rPr>
              <a:t>KEY Performance Indicator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57BDC17-F1B3-455F-BBF1-680AA1F25C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315292" y="0"/>
            <a:ext cx="2436813" cy="6858001"/>
            <a:chOff x="1320800" y="0"/>
            <a:chExt cx="2436813" cy="6858001"/>
          </a:xfrm>
        </p:grpSpPr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64E2FA9A-FEF7-4501-B0EB-5E45EDD217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0" name="Freeform 7">
              <a:extLst>
                <a:ext uri="{FF2B5EF4-FFF2-40B4-BE49-F238E27FC236}">
                  <a16:creationId xmlns:a16="http://schemas.microsoft.com/office/drawing/2014/main" id="{BC38192B-B4CB-47D4-A3B1-10010247F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1" name="Freeform 8">
              <a:extLst>
                <a:ext uri="{FF2B5EF4-FFF2-40B4-BE49-F238E27FC236}">
                  <a16:creationId xmlns:a16="http://schemas.microsoft.com/office/drawing/2014/main" id="{96330E33-E171-4B0F-82B5-AF7230399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2" name="Freeform 9">
              <a:extLst>
                <a:ext uri="{FF2B5EF4-FFF2-40B4-BE49-F238E27FC236}">
                  <a16:creationId xmlns:a16="http://schemas.microsoft.com/office/drawing/2014/main" id="{332B1723-69BF-42D7-B757-0FA059E152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3" name="Freeform 10">
              <a:extLst>
                <a:ext uri="{FF2B5EF4-FFF2-40B4-BE49-F238E27FC236}">
                  <a16:creationId xmlns:a16="http://schemas.microsoft.com/office/drawing/2014/main" id="{F115D62D-1E96-48D1-A78D-D370A0BFB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4" name="Freeform 11">
              <a:extLst>
                <a:ext uri="{FF2B5EF4-FFF2-40B4-BE49-F238E27FC236}">
                  <a16:creationId xmlns:a16="http://schemas.microsoft.com/office/drawing/2014/main" id="{91C2876A-169D-4822-A766-C00578C88B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F2AF2D50-57B3-9D4C-7C3D-7AB20A58121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417647" y="685800"/>
          <a:ext cx="5677881" cy="51054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353808">
                  <a:extLst>
                    <a:ext uri="{9D8B030D-6E8A-4147-A177-3AD203B41FA5}">
                      <a16:colId xmlns:a16="http://schemas.microsoft.com/office/drawing/2014/main" val="1687759740"/>
                    </a:ext>
                  </a:extLst>
                </a:gridCol>
                <a:gridCol w="2324073">
                  <a:extLst>
                    <a:ext uri="{9D8B030D-6E8A-4147-A177-3AD203B41FA5}">
                      <a16:colId xmlns:a16="http://schemas.microsoft.com/office/drawing/2014/main" val="2082010188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pPr marL="0" marR="0" indent="0" algn="l" rtl="0" fontAlgn="base">
                        <a:buNone/>
                      </a:pPr>
                      <a:r>
                        <a:rPr lang="en-US" sz="2500" b="0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Total Sales </a:t>
                      </a:r>
                      <a:endParaRPr lang="en-US" sz="18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36864" marR="136864" marT="93849" marB="9384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rtl="0" fontAlgn="base">
                        <a:buNone/>
                      </a:pPr>
                      <a:r>
                        <a:rPr lang="en-US" sz="2500" b="0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2,297,201.07 </a:t>
                      </a:r>
                      <a:endParaRPr lang="en-US" sz="18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36864" marR="136864" marT="93849" marB="9384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4509928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 marL="0" marR="0" indent="0" algn="l" rtl="0" fontAlgn="base">
                        <a:buNone/>
                      </a:pPr>
                      <a:r>
                        <a:rPr lang="en-US" sz="2500" b="0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Total Orders </a:t>
                      </a:r>
                      <a:endParaRPr lang="en-US" sz="18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36864" marR="136864" marT="93849" marB="9384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rtl="0" fontAlgn="base">
                        <a:buNone/>
                      </a:pPr>
                      <a:r>
                        <a:rPr lang="en-US" sz="2500" b="0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9,994 </a:t>
                      </a:r>
                      <a:endParaRPr lang="en-US" sz="18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36864" marR="136864" marT="93849" marB="9384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0448871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 marL="0" marR="0" indent="0" algn="l" rtl="0" fontAlgn="base">
                        <a:buNone/>
                      </a:pPr>
                      <a:r>
                        <a:rPr lang="en-US" sz="2500" b="0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Total Distinct Orders </a:t>
                      </a:r>
                      <a:endParaRPr lang="en-US" sz="18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36864" marR="136864" marT="93849" marB="9384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rtl="0" fontAlgn="base">
                        <a:buNone/>
                      </a:pPr>
                      <a:r>
                        <a:rPr lang="en-US" sz="2500" b="0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5,009 </a:t>
                      </a:r>
                      <a:endParaRPr lang="en-US" sz="18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36864" marR="136864" marT="93849" marB="9384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787801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 marL="0" marR="0" indent="0" algn="l" rtl="0" fontAlgn="base">
                        <a:buNone/>
                      </a:pPr>
                      <a:r>
                        <a:rPr lang="en-US" sz="2500" b="0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Total Customers </a:t>
                      </a:r>
                      <a:endParaRPr lang="en-US" sz="18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36864" marR="136864" marT="93849" marB="9384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rtl="0" fontAlgn="base">
                        <a:buNone/>
                      </a:pPr>
                      <a:r>
                        <a:rPr lang="en-US" sz="2500" b="0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793 </a:t>
                      </a:r>
                      <a:endParaRPr lang="en-US" sz="18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36864" marR="136864" marT="93849" marB="9384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0770742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 marL="0" marR="0" indent="0" algn="l" rtl="0" fontAlgn="base">
                        <a:buNone/>
                      </a:pPr>
                      <a:r>
                        <a:rPr lang="en-US" sz="2500" b="0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Total Units Sold </a:t>
                      </a:r>
                      <a:endParaRPr lang="en-US" sz="18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36864" marR="136864" marT="93849" marB="9384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rtl="0" fontAlgn="base">
                        <a:buNone/>
                      </a:pPr>
                      <a:r>
                        <a:rPr lang="en-US" sz="2500" b="0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37,873 </a:t>
                      </a:r>
                      <a:endParaRPr lang="en-US" sz="18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36864" marR="136864" marT="93849" marB="9384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6360115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 marL="0" marR="0" indent="0" algn="l" rtl="0" fontAlgn="base">
                        <a:buNone/>
                      </a:pPr>
                      <a:r>
                        <a:rPr lang="en-US" sz="2500" b="0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Total Profit </a:t>
                      </a:r>
                      <a:endParaRPr lang="en-US" sz="18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36864" marR="136864" marT="93849" marB="9384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rtl="0" fontAlgn="base">
                        <a:buNone/>
                      </a:pPr>
                      <a:r>
                        <a:rPr lang="en-US" sz="2500" b="0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286,397.79 </a:t>
                      </a:r>
                      <a:endParaRPr lang="en-US" sz="18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36864" marR="136864" marT="93849" marB="9384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8848767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 marL="0" marR="0" indent="0" algn="l" rtl="0" fontAlgn="base">
                        <a:buNone/>
                      </a:pPr>
                      <a:r>
                        <a:rPr lang="en-US" sz="2500" b="0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Profit Margin </a:t>
                      </a:r>
                      <a:endParaRPr lang="en-US" sz="18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36864" marR="136864" marT="93849" marB="9384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rtl="0" fontAlgn="base">
                        <a:buNone/>
                      </a:pPr>
                      <a:r>
                        <a:rPr lang="en-US" sz="2500" b="0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12.47% </a:t>
                      </a:r>
                      <a:endParaRPr lang="en-US" sz="18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36864" marR="136864" marT="93849" marB="9384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4485020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 marL="0" marR="0" indent="0" algn="l" rtl="0" fontAlgn="base">
                        <a:buNone/>
                      </a:pPr>
                      <a:r>
                        <a:rPr lang="en-US" sz="2500" b="0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Average Order Value </a:t>
                      </a:r>
                      <a:endParaRPr lang="en-US" sz="18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36864" marR="136864" marT="93849" marB="9384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rtl="0" fontAlgn="base">
                        <a:buNone/>
                      </a:pPr>
                      <a:r>
                        <a:rPr lang="en-US" sz="2500" b="0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458.61 </a:t>
                      </a:r>
                      <a:endParaRPr lang="en-US" sz="18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36864" marR="136864" marT="93849" marB="93849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0841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1462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3A5A1-9906-036F-19A9-EE7AD8483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1" y="1104"/>
            <a:ext cx="10018713" cy="1067904"/>
          </a:xfrm>
        </p:spPr>
        <p:txBody>
          <a:bodyPr>
            <a:normAutofit/>
          </a:bodyPr>
          <a:lstStyle/>
          <a:p>
            <a:r>
              <a:rPr lang="en-US" sz="5400" dirty="0">
                <a:latin typeface="Angsana New"/>
                <a:cs typeface="Angsana New"/>
              </a:rPr>
              <a:t>Dashboard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AC9046D-289E-A471-01C5-EB4DF9A2FC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097" y="1044801"/>
            <a:ext cx="5615132" cy="27708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AAE3BFA-5997-8C32-DD3B-7C46E8311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348" y="1039928"/>
            <a:ext cx="5322958" cy="27571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E947C9A-6E3A-B967-A54F-6DE7070C41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0261" y="3866982"/>
            <a:ext cx="5610088" cy="2746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600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771DC-BF24-5595-61F2-85A4FDC7C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5400" dirty="0">
                <a:latin typeface="Angsana New"/>
                <a:cs typeface="Angsana New"/>
              </a:rPr>
              <a:t>KEY 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FC171-E835-FD31-E595-B18CB4ED4D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 dirty="0">
                <a:ea typeface="+mn-lt"/>
                <a:cs typeface="+mn-lt"/>
              </a:rPr>
              <a:t>Furniture has the weakest profitability — profit margin of 2.49%.</a:t>
            </a:r>
            <a:endParaRPr lang="en-US" sz="2000"/>
          </a:p>
          <a:p>
            <a:pPr>
              <a:buClr>
                <a:srgbClr val="1287C3"/>
              </a:buClr>
            </a:pPr>
            <a:r>
              <a:rPr lang="en-US" sz="2000" dirty="0">
                <a:ea typeface="+mn-lt"/>
                <a:cs typeface="+mn-lt"/>
              </a:rPr>
              <a:t>Central region has the lowest profit margin — 7.92%.</a:t>
            </a:r>
            <a:endParaRPr lang="en-US" sz="2000"/>
          </a:p>
          <a:p>
            <a:pPr>
              <a:buClr>
                <a:srgbClr val="1287C3"/>
              </a:buClr>
            </a:pPr>
            <a:r>
              <a:rPr lang="en-US" sz="2000" dirty="0">
                <a:ea typeface="+mn-lt"/>
                <a:cs typeface="+mn-lt"/>
              </a:rPr>
              <a:t>Standard Class has the longest average shipping time — about 5 days.</a:t>
            </a:r>
            <a:endParaRPr lang="en-US" sz="2000"/>
          </a:p>
          <a:p>
            <a:pPr>
              <a:buClr>
                <a:srgbClr val="1287C3"/>
              </a:buClr>
            </a:pPr>
            <a:r>
              <a:rPr lang="en-US" sz="2000" dirty="0">
                <a:ea typeface="+mn-lt"/>
                <a:cs typeface="+mn-lt"/>
              </a:rPr>
              <a:t>Some products generate significant losses, including the </a:t>
            </a:r>
            <a:r>
              <a:rPr lang="en-US" sz="2000" dirty="0" err="1">
                <a:ea typeface="+mn-lt"/>
                <a:cs typeface="+mn-lt"/>
              </a:rPr>
              <a:t>Cubify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CubeX</a:t>
            </a:r>
            <a:r>
              <a:rPr lang="en-US" sz="2000" dirty="0">
                <a:ea typeface="+mn-lt"/>
                <a:cs typeface="+mn-lt"/>
              </a:rPr>
              <a:t> 3D Printer.</a:t>
            </a:r>
            <a:endParaRPr lang="en-US" sz="2000"/>
          </a:p>
          <a:p>
            <a:pPr>
              <a:buClr>
                <a:srgbClr val="1287C3"/>
              </a:buClr>
            </a:pPr>
            <a:r>
              <a:rPr lang="en-US" sz="2000" dirty="0">
                <a:ea typeface="+mn-lt"/>
                <a:cs typeface="+mn-lt"/>
              </a:rPr>
              <a:t>Tables, Bookcases and Supplies have negative profit margins.</a:t>
            </a:r>
            <a:endParaRPr lang="en-US" sz="2000"/>
          </a:p>
          <a:p>
            <a:pPr>
              <a:buClr>
                <a:srgbClr val="1287C3"/>
              </a:buClr>
            </a:pPr>
            <a:r>
              <a:rPr lang="en-US" sz="2000" dirty="0">
                <a:ea typeface="+mn-lt"/>
                <a:cs typeface="+mn-lt"/>
              </a:rPr>
              <a:t>Higher discounts are linked with lower profitability, with several high-discount levels producing losses.</a:t>
            </a:r>
            <a:endParaRPr lang="en-US" sz="2000"/>
          </a:p>
          <a:p>
            <a:pPr>
              <a:buClr>
                <a:srgbClr val="1287C3"/>
              </a:buClr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79011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FB114-DEE9-0283-EBBF-F7131ED2E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5400" b="1" dirty="0">
                <a:latin typeface="Angsana New"/>
                <a:cs typeface="Angsana New"/>
              </a:rPr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8D653A-D982-48AC-45DB-B58E8371BB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Review pricing and discounts for low-margin categories, especially Furniture.</a:t>
            </a:r>
            <a:endParaRPr lang="en-US" dirty="0"/>
          </a:p>
          <a:p>
            <a:pPr>
              <a:buClr>
                <a:srgbClr val="1287C3"/>
              </a:buClr>
            </a:pPr>
            <a:r>
              <a:rPr lang="en-US" dirty="0">
                <a:ea typeface="+mn-lt"/>
                <a:cs typeface="+mn-lt"/>
              </a:rPr>
              <a:t>Investigate the reasons for weak profitability in the Central region.</a:t>
            </a:r>
            <a:endParaRPr lang="en-US" dirty="0"/>
          </a:p>
          <a:p>
            <a:pPr>
              <a:buClr>
                <a:srgbClr val="1287C3"/>
              </a:buClr>
            </a:pPr>
            <a:r>
              <a:rPr lang="en-US" dirty="0">
                <a:ea typeface="+mn-lt"/>
                <a:cs typeface="+mn-lt"/>
              </a:rPr>
              <a:t>Review consistently loss-making products and sub-categories.</a:t>
            </a:r>
            <a:endParaRPr lang="en-US" dirty="0"/>
          </a:p>
          <a:p>
            <a:pPr>
              <a:buClr>
                <a:srgbClr val="1287C3"/>
              </a:buClr>
            </a:pPr>
            <a:r>
              <a:rPr lang="en-US" dirty="0">
                <a:ea typeface="+mn-lt"/>
                <a:cs typeface="+mn-lt"/>
              </a:rPr>
              <a:t>Improve control over high discount levels.</a:t>
            </a:r>
            <a:endParaRPr lang="en-US" dirty="0"/>
          </a:p>
          <a:p>
            <a:pPr>
              <a:buClr>
                <a:srgbClr val="1287C3"/>
              </a:buClr>
            </a:pPr>
            <a:r>
              <a:rPr lang="en-US" dirty="0">
                <a:ea typeface="+mn-lt"/>
                <a:cs typeface="+mn-lt"/>
              </a:rPr>
              <a:t>Look for ways to improve Standard Class delivery efficiency.</a:t>
            </a:r>
            <a:endParaRPr lang="en-US" dirty="0"/>
          </a:p>
          <a:p>
            <a:pPr>
              <a:buClr>
                <a:srgbClr val="1287C3"/>
              </a:buClr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2942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D37AE-326B-8FC7-2657-8270E8608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5400" b="1" dirty="0">
                <a:latin typeface="Angsana New"/>
                <a:cs typeface="Angsana New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96B2F0-2E5F-658E-B6C4-E8376693D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The analysis showed that </a:t>
            </a:r>
            <a:r>
              <a:rPr lang="en-US" dirty="0" err="1">
                <a:ea typeface="+mn-lt"/>
                <a:cs typeface="+mn-lt"/>
              </a:rPr>
              <a:t>ShopSphere</a:t>
            </a:r>
            <a:r>
              <a:rPr lang="en-US" dirty="0">
                <a:ea typeface="+mn-lt"/>
                <a:cs typeface="+mn-lt"/>
              </a:rPr>
              <a:t> has strong overall sales, but profitability varies across products, categories, regions and discount levels. The findings highlight several areas where the business can focus on improving profitability and performance.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88400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2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752E467-33DE-89EE-BF0A-8B9E9ABA61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8190" y="924232"/>
            <a:ext cx="8174971" cy="3285866"/>
          </a:xfrm>
        </p:spPr>
        <p:txBody>
          <a:bodyPr>
            <a:normAutofit/>
          </a:bodyPr>
          <a:lstStyle/>
          <a:p>
            <a:pPr algn="l"/>
            <a:r>
              <a:rPr lang="en-US" sz="620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9A6C81-C9D2-4620-4D9C-42B6A80993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18190" y="4210098"/>
            <a:ext cx="7178070" cy="863348"/>
          </a:xfrm>
        </p:spPr>
        <p:txBody>
          <a:bodyPr>
            <a:normAutofit/>
          </a:bodyPr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3411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Parallax</vt:lpstr>
      <vt:lpstr>ShopSphere E-commerce Analysis</vt:lpstr>
      <vt:lpstr>Business Problem</vt:lpstr>
      <vt:lpstr>Scope &amp; Objective</vt:lpstr>
      <vt:lpstr>Data &amp; Tools</vt:lpstr>
      <vt:lpstr>KEY Performance Indicator</vt:lpstr>
      <vt:lpstr>Dashboard</vt:lpstr>
      <vt:lpstr>KEY Findings</vt:lpstr>
      <vt:lpstr>Recommendations</vt:lpstr>
      <vt:lpstr>Conclusion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150</cp:revision>
  <dcterms:created xsi:type="dcterms:W3CDTF">2026-10-05T17:54:30Z</dcterms:created>
  <dcterms:modified xsi:type="dcterms:W3CDTF">2026-10-05T18:36:39Z</dcterms:modified>
</cp:coreProperties>
</file>